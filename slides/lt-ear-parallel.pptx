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つかみ:「イヤホンはコンピュータである」。BES2300YP は Cortex-M4F が 2 個載ったれっきとした MCU。音を鳴らしていない時間、CPU は暇をしている。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3 行と 6 個の数字だけ持ち帰ってもらえれば成功。「速くなった」とは一言も言っていないことに注意。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HPC の定石「ノード間は MPI、ノード内は OpenMP」。今回はこの標準的な書き方をそのまま持ち込むのがテーマ。OpenMP 側は API だけ揃えた段階。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「USB を挿したまま」ではなく「耳に入れたまま」に近づいたことを強調する。rank は固定、IBRT のロールは起動ごとに入れ替わる。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手元の個体のケースは Wiki 記載の CH342DS ではなく CH347 だった (ハードリビジョン差)。「完全オープンソース」とは言わない — IBRT/BT スタック中核はソースが無い。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「Linux が動くイヤホン」ではなく「自分のコードを載せられるイヤホン」を探した、という話。文鎮化リスクは共感を得やすい。最初にやったのは工場ファームの全量バックアップ。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どこまでが標準 API で、どこからが自作かを一目で見せる。bench/ は本物の OpenMPI でもそのままビルドできる。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つの世界をまたがないと 1 回も試せない、という絵。「WSL の中の Docker の中の GCC で焼いて、Windows の Python で受ける」で笑いが取れる。② が緑にならないうちは ④ に進まない — 焼いてから気づくと左右 2 個ぶんやり直し、は口頭で。$480 はセッションログのトークン数 × 公開単価の換算値で、実際の請求額ではない。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「ヘッダを信じるな、リンクされるバイナリを信じろ」。300 / 672 / 512 の 3 つの数字を並べるのがこのスライドの山。時間を使うところ。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「組み込みは電源とペアリングで死ぬ」は共感ポイント。MMFAR の値が構造体オフセットと一致した話は必ず言う。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デモ的に一番「おっ」となるところ。ケースの中でもタッチは反応する。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「32768 = 32³。全要素 1 の行列積は整数値しか通らないので float32 で厳密に一致する。誤差 1 ulp も許さない判定」は必ず言う。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「耳を 5 回叩くと両バッズで行列積が走り、実行ログが Bluetooth で PC に流れてくる」で締める。PASS 行そのものが飛んだとは言わない。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ここが最大の山場。「計算は 4 コアぶん速くなった。が、その利得を Bluetooth の復帰待ちが丸ごと食った」を言い切る。worker_on_cp が毎回 +1 しているのが第 2 コアが本当に走った証拠。sniff を外す対策は実装済みで計測はこれから。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できていないことを先に自分で言い切ると、質疑が建設的になる。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締め:「みなさんの耳にも、暇をしている Cortex-M4F が 2 個入っています」。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103120"/>
            <a:ext cx="11185855" cy="6400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359152"/>
            <a:ext cx="1118585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5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耳で並列計算してみた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39312"/>
            <a:ext cx="1118585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夏休みの自由研究 — ワイヤレスイヤホン 2 個を MPI クラスタにする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315968"/>
            <a:ext cx="11185855" cy="3657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46177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[ 発表者名 ] / [ 所属 ]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4A4A4A"/>
                </a:solidFill>
                <a:latin typeface="Consolas"/>
                <a:ea typeface="Consolas"/>
                <a:cs typeface="Consolas"/>
              </a:rPr>
              <a:t>github.com/TamichiRyuto/pine-buds-cluster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1175" y="4617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8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LT 8 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自己紹介 &amp; サマリ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3749039" cy="243230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152144"/>
            <a:ext cx="3749039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3749039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発表者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91056"/>
            <a:ext cx="3749039" cy="199339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名前:   [                ]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所属:   [                ]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普段:   [                ]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GitHub: TamichiRyuto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8848" y="1152144"/>
            <a:ext cx="7189927" cy="243230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98848" y="1152144"/>
            <a:ext cx="7189927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98848" y="1152144"/>
            <a:ext cx="7189927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3 行サマリ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591056"/>
            <a:ext cx="7189927" cy="199339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1.  ワイヤレスイヤホン 2 個を、2 ノードの計算クラスタにした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2.  MPI を自作し、イヤホン同士の Bluetooth リンクに載せた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3.  標準 MPI + OpenMP のベンチを、1 行も変えずに実機で PASS させた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     ノード間は Bluetooth、ノード内は第 2 コア。計 4 コアで走った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58768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" y="3950207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2 ノード × 2 コア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80559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計 4 コアで 1 つの行列積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8594" y="3858768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98594" y="3950207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checksum = 32768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8594" y="4480559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float32 で厳密一致 →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4268" y="3858768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94268" y="3950207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並列領域 x3.1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4268" y="4480559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計算部分は 4 コアぶん速くなった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84064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5175503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1,788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05855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実機に焼く前のホストテスト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8594" y="5084064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298594" y="5175503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5 連タップ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8594" y="5705855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耳を叩くと両バッズで再実行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4268" y="5084064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94268" y="5175503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80+ commits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4268" y="5705855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2026-08-18 → 09-01 の 2 週間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並列計算のおさらい — MPI と OpenMP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2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33856"/>
            <a:ext cx="4892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48920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ノード A  (メモリ空間 A)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64207"/>
            <a:ext cx="1920240" cy="62179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664207"/>
            <a:ext cx="1920240" cy="62179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コア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664207"/>
            <a:ext cx="1920240" cy="62179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1664207"/>
            <a:ext cx="1920240" cy="62179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コア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377440"/>
            <a:ext cx="416052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160520" cy="420624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同じ配列を共有 (共有メモリ)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71215"/>
            <a:ext cx="4434840" cy="566928"/>
          </a:xfrm>
          <a:prstGeom prst="rect">
            <a:avLst/>
          </a:prstGeom>
          <a:noFill/>
        </p:spPr>
        <p:txBody>
          <a:bodyPr wrap="square" lIns="27432" rIns="27432" tIns="16459" bIns="16459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スレッドレベル並列 = OpenMP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96735" y="1133856"/>
            <a:ext cx="4892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96735" y="1207008"/>
            <a:ext cx="48920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ノード B  (メモリ空間 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2495" y="1664207"/>
            <a:ext cx="1920240" cy="62179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62495" y="1664207"/>
            <a:ext cx="1920240" cy="62179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コア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02775" y="1664207"/>
            <a:ext cx="1920240" cy="62179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02775" y="1664207"/>
            <a:ext cx="1920240" cy="62179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コア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2495" y="2377440"/>
            <a:ext cx="416052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62495" y="2377440"/>
            <a:ext cx="4160520" cy="420624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同じ配列を共有 (共有メモリ)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5335" y="2871215"/>
            <a:ext cx="4434840" cy="566928"/>
          </a:xfrm>
          <a:prstGeom prst="rect">
            <a:avLst/>
          </a:prstGeom>
          <a:noFill/>
        </p:spPr>
        <p:txBody>
          <a:bodyPr wrap="square" lIns="27432" rIns="27432" tIns="16459" bIns="16459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スレッドレベル並列 = OpenMP</a:t>
            </a:r>
          </a:p>
        </p:txBody>
      </p:sp>
      <p:sp>
        <p:nvSpPr>
          <p:cNvPr id="24" name="Left-Right Arrow 23"/>
          <p:cNvSpPr/>
          <p:nvPr/>
        </p:nvSpPr>
        <p:spPr>
          <a:xfrm>
            <a:off x="5541264" y="1865376"/>
            <a:ext cx="1106424" cy="621792"/>
          </a:xfrm>
          <a:prstGeom prst="left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MPI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560320"/>
            <a:ext cx="1399032" cy="7315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メモリが
物理的に別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3931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クラスタレベル並列 = MPI :  明示的にメッセージを送り合う (MPI_Send / MPI_Recv / MPI_Barrier)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4059936"/>
          <a:ext cx="576072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237744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OpenMP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MPI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メモリ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共有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分散 (別空間)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コスト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安い (ns 〜 μs)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高い (μs 〜 ms)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今回の担当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2 コア並列 (実測 x3.1)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イヤホン間 (左 ⇄ 右)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6601968" y="4059936"/>
            <a:ext cx="5084064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01968" y="4114800"/>
            <a:ext cx="508406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GEMM (行列積) を 2 ランクに分ける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3" y="4462272"/>
            <a:ext cx="4828031" cy="548640"/>
          </a:xfrm>
          <a:prstGeom prst="rect">
            <a:avLst/>
          </a:prstGeom>
          <a:noFill/>
        </p:spPr>
        <p:txBody>
          <a:bodyPr wrap="square" lIns="27432" rIns="27432" tIns="16459" bIns="16459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3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 = 行列の一辺。N=32 なら 32×32 の行列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size</a:t>
            </a:r>
            <a:r>
              <a:rPr sz="13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 = MPI のランク数 = 参加したバッズの数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047488"/>
            <a:ext cx="2240280" cy="420624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76288" y="5047488"/>
            <a:ext cx="2240280" cy="420624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rank 0 → 行 0 .. 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08008" y="5047488"/>
            <a:ext cx="224028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08008" y="5047488"/>
            <a:ext cx="2240280" cy="420624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rank 1 → 行 16 ..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1696" y="5541264"/>
            <a:ext cx="4864607" cy="402336"/>
          </a:xfrm>
          <a:prstGeom prst="rect">
            <a:avLst/>
          </a:prstGeom>
          <a:noFill/>
        </p:spPr>
        <p:txBody>
          <a:bodyPr wrap="square" lIns="27432" rIns="27432" tIns="16459" bIns="16459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size=1 に縮退しても同じ PASS が出る → size を必ず見る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今回のクラスタ構成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3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133856"/>
            <a:ext cx="42245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207008"/>
            <a:ext cx="422452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右バッズ   rank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422452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BES2300YP  /  nv_role = MASTER
Cortex-M4F ×2  (単精度 FPU)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59" y="1133856"/>
            <a:ext cx="42245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95159" y="1207008"/>
            <a:ext cx="422452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左バッズ   rank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664208"/>
            <a:ext cx="422452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BES2300YP  /  nv_role = SLAVE
Cortex-M4F ×2  (単精度 FPU)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5376672" y="1664208"/>
            <a:ext cx="1426464" cy="566928"/>
          </a:xfrm>
          <a:prstGeom prst="left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IBRT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286000"/>
            <a:ext cx="1719072" cy="512064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左右間の
TWS 制御チャネル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※ rank は左右で固定。IBRT のロール (master / slave) は起動ごとに入れ替わる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163824"/>
            <a:ext cx="10259568" cy="51206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3163824"/>
            <a:ext cx="10259568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Bluetooth SPP (自作ログチャネル)  =  Bluetooth 上のシリアルポート。UART とは独立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88736" y="3749039"/>
            <a:ext cx="402336" cy="329184"/>
          </a:xfrm>
          <a:prstGeom prst="down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931920" y="4169663"/>
            <a:ext cx="4315968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931920" y="4224528"/>
            <a:ext cx="4315968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Windows PC   (COM6)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572000"/>
            <a:ext cx="4315968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Consolas"/>
                <a:ea typeface="Consolas"/>
                <a:cs typeface="Consolas"/>
              </a:rPr>
              <a:t>#23 GEMM-MPI ...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30368"/>
            <a:ext cx="3594506" cy="10058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2920" y="5230368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2920" y="5230368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ノード間 = MPI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69279"/>
            <a:ext cx="3594506" cy="56692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自作 MPI を IBRT に載せた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8594" y="5230368"/>
            <a:ext cx="3594506" cy="10058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298594" y="5230368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298594" y="5230368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ノード内 = OpenMP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8594" y="5669279"/>
            <a:ext cx="3594506" cy="56692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第 2 コア (CP) で並列領域を実行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4268" y="5230368"/>
            <a:ext cx="3594506" cy="10058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94268" y="5230368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94268" y="5230368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観測 = SPP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4268" y="5669279"/>
            <a:ext cx="3594506" cy="56692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seq 番号で欠落・重複を検出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実験機材: PineBuds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4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52144"/>
          <a:ext cx="6720840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34440"/>
                <a:gridCol w="5486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項目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値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SoC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Bestechnic BES2300YP (左右に 1 個ずつ、独立)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CPU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Dual-core Cortex-M4F @ 最大 300 MHz / 単精度 FPU のみ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メモリ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SRAM 992 KB / Flash 4 MB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ファーム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OpenPineBuds — アプリ層は OSS (BT 中核は .a)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充電ケースが USB → デュアル UART (2 Mbaud)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位置づけ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実売 1 万円前後、普通に音楽が聴ける TWS イヤホン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79" y="1152144"/>
            <a:ext cx="4187952" cy="2011680"/>
          </a:xfrm>
          <a:prstGeom prst="rect">
            <a:avLst/>
          </a:prstGeom>
          <a:solidFill>
            <a:srgbClr val="F4F4F4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79" y="1152144"/>
            <a:ext cx="4187952" cy="2011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[  PineBuds Pro の写真をここに  ]
slides/assets/pinebuds.jpg を置いて
scripts/make_lt_pptx.py を再実行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310128"/>
            <a:ext cx="4187952" cy="173736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498079" y="3310128"/>
            <a:ext cx="4187952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79" y="3310128"/>
            <a:ext cx="4187952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つまり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749039"/>
            <a:ext cx="4187952" cy="129844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ケースに USB-C を挿すと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/dev/ttyACM0 (右) と ttyACM1 (左)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が生えて、自作ファームが焼ける。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イヤホンなのに開発ボード。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54880"/>
            <a:ext cx="6720840" cy="14173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02920" y="4754880"/>
            <a:ext cx="67208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6720840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なぜ計算機として使えるのか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93792"/>
            <a:ext cx="6720840" cy="97840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単コア GEMM が 5 〜 10 ms で回る計算資源が、耳の中に 2 個ある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RAM は約 330 KB 空き (2026-08-30 ビルドの .map 集計)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なぜ「普通のワイヤレスイヤホン」ではダメだったのか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5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5486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85855" cy="548640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当初は手持ちの TWS でやりたかった。 →  自作コードを載せる手段が見つからなかった。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92224"/>
          <a:ext cx="11185853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134490"/>
                <a:gridCol w="2842307"/>
                <a:gridCol w="320905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自作コードをイヤホンで動かすのに必要なもの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調べた範囲の市販 TWS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PineBuds Pro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① ファームウェアのソース / SDK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A32B22"/>
                          </a:solidFill>
                          <a:latin typeface="Meiryo"/>
                          <a:ea typeface="Meiryo"/>
                          <a:cs typeface="Meiryo"/>
                        </a:rPr>
                        <a:t>✗  非公開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E6B3A"/>
                          </a:solidFill>
                          <a:latin typeface="Meiryo"/>
                          <a:ea typeface="Meiryo"/>
                          <a:cs typeface="Meiryo"/>
                        </a:rPr>
                        <a:t>✓  OSS (OpenPineBuds)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② 署名されていない FW を焼ける経路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A32B22"/>
                          </a:solidFill>
                          <a:latin typeface="Meiryo"/>
                          <a:ea typeface="Meiryo"/>
                          <a:cs typeface="Meiryo"/>
                        </a:rPr>
                        <a:t>✗  手段が非公開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E6B3A"/>
                          </a:solidFill>
                          <a:latin typeface="Meiryo"/>
                          <a:ea typeface="Meiryo"/>
                          <a:cs typeface="Meiryo"/>
                        </a:rPr>
                        <a:t>✓  bestool で焼ける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③ デバッグ UART が外に出ている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A32B22"/>
                          </a:solidFill>
                          <a:latin typeface="Meiryo"/>
                          <a:ea typeface="Meiryo"/>
                          <a:cs typeface="Meiryo"/>
                        </a:rPr>
                        <a:t>✗  出ていない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E6B3A"/>
                          </a:solidFill>
                          <a:latin typeface="Meiryo"/>
                          <a:ea typeface="Meiryo"/>
                          <a:cs typeface="Meiryo"/>
                        </a:rPr>
                        <a:t>✓  充電ケースが兼ねる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④ 左右間リンクを叩ける API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A32B22"/>
                          </a:solidFill>
                          <a:latin typeface="Meiryo"/>
                          <a:ea typeface="Meiryo"/>
                          <a:cs typeface="Meiryo"/>
                        </a:rPr>
                        <a:t>✗  非公開の独自 TWS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E6B3A"/>
                          </a:solidFill>
                          <a:latin typeface="Meiryo"/>
                          <a:ea typeface="Meiryo"/>
                          <a:cs typeface="Meiryo"/>
                        </a:rPr>
                        <a:t>✓  ヘッダで見える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⑤ 文鎮化したときの復旧手段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A32B22"/>
                          </a:solidFill>
                          <a:latin typeface="Meiryo"/>
                          <a:ea typeface="Meiryo"/>
                          <a:cs typeface="Meiryo"/>
                        </a:rPr>
                        <a:t>✗  見つからなかった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E6B3A"/>
                          </a:solidFill>
                          <a:latin typeface="Meiryo"/>
                          <a:ea typeface="Meiryo"/>
                          <a:cs typeface="Meiryo"/>
                        </a:rPr>
                        <a:t>✓  工場 FW + 純正ライタ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46320"/>
            <a:ext cx="11185855" cy="731520"/>
          </a:xfrm>
          <a:prstGeom prst="rect">
            <a:avLst/>
          </a:prstGeom>
          <a:noFill/>
        </p:spPr>
        <p:txBody>
          <a:bodyPr wrap="square" lIns="64008" rIns="64008" tIns="38404" bIns="38404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・ ① 〜 ③ のどれか 1 つでも欠けると、コードを書いても載せられない = 実験が成立しない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・ これは手元の機種と調べられた範囲の話で、すべての TWS がそうだと主張するものではない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669280"/>
            <a:ext cx="11185855" cy="603504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11185855" cy="603504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  この 5 つが揃う TWS が、探した範囲でここだけだったので購入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やったこと — 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6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768096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" y="1170432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bench/gemm_mpi_omp.cpp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499616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標準 MPI + OpenMP API で書いた GEMM。実機用に 1 行も書き換えない ← これが要件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56816"/>
            <a:ext cx="11185855" cy="76809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0936" y="2011680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adapters/mpi/  +  adapters/omp/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340864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自作 MPI サブセット (Send / Recv / Barrier / Allreduce / Isend / Wait) と OpenMP スタブ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98064"/>
            <a:ext cx="11185855" cy="76809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936" y="2852928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transport seam (関数ポインタ 1 枚)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3182112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ホスト = pthread ループバック (TDD 用) / 実機 = 断片化 + クレジット制御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39312"/>
            <a:ext cx="11185855" cy="76809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0936" y="3694176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firmware/pinebuds_compute/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4023360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IBRT glue / SPP ログチャネル / 5 連タップ起動の調停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80560"/>
            <a:ext cx="11185855" cy="768096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0936" y="4535424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OpenPineBuds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4864608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IBRT (TWS 制御) · BESAUD · RTX (CMSIS-RTOS v1)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94960"/>
            <a:ext cx="11185855" cy="91440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2920" y="5394960"/>
            <a:ext cx="11185855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11185855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SDK に合わせるしかない制約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33872"/>
            <a:ext cx="11185855" cy="47548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gnu++98 / 例外・RTTI 禁止   ・ ヒープ禁止・STL 禁止・静的バッファのみ   ・ double 禁止 (単精度 FPU)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開発環境 — 1 回の実験に必要なもの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7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33856"/>
            <a:ext cx="2659303" cy="1847088"/>
          </a:xfrm>
          <a:prstGeom prst="rect">
            <a:avLst/>
          </a:prstGeom>
          <a:solidFill>
            <a:srgbClr val="E9F1F8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133856"/>
            <a:ext cx="2659303" cy="548640"/>
          </a:xfrm>
          <a:prstGeom prst="rect">
            <a:avLst/>
          </a:prstGeom>
          <a:solidFill>
            <a:srgbClr val="D6E6F3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1133856"/>
            <a:ext cx="19643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WSL2  Ubuntu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755648"/>
            <a:ext cx="2512999" cy="1170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コードを書くのは全部ここ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make test → 1,788 checks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install-into-sdk.sh で SDK 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5103" y="1133856"/>
            <a:ext cx="2659303" cy="1847088"/>
          </a:xfrm>
          <a:prstGeom prst="rect">
            <a:avLst/>
          </a:prstGeom>
          <a:solidFill>
            <a:srgbClr val="E4F2F3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45103" y="1133856"/>
            <a:ext cx="2659303" cy="548640"/>
          </a:xfrm>
          <a:prstGeom prst="rect">
            <a:avLst/>
          </a:prstGeom>
          <a:solidFill>
            <a:srgbClr val="CFE8EA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36543" y="118872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8607" y="1133856"/>
            <a:ext cx="19643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Docker 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255" y="1755648"/>
            <a:ext cx="2512999" cy="1170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./start_dev.sh でコンテナ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./build.sh → open_source.bin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backup.sh で工場 FW を退避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133856"/>
            <a:ext cx="2659303" cy="1847088"/>
          </a:xfrm>
          <a:prstGeom prst="rect">
            <a:avLst/>
          </a:prstGeom>
          <a:solidFill>
            <a:srgbClr val="EEEBF7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87287" y="1133856"/>
            <a:ext cx="2659303" cy="548640"/>
          </a:xfrm>
          <a:prstGeom prst="rect">
            <a:avLst/>
          </a:prstGeom>
          <a:solidFill>
            <a:srgbClr val="E1DCF1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78727" y="118872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0791" y="1133856"/>
            <a:ext cx="19643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Windows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0439" y="1755648"/>
            <a:ext cx="2512999" cy="1170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usbipd でケースを WSL へ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 /dev/ttyACM0 と ttyACM1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spp_tail.py COM6 で SPP 受信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9471" y="1133856"/>
            <a:ext cx="2659303" cy="1847088"/>
          </a:xfrm>
          <a:prstGeom prst="rect">
            <a:avLst/>
          </a:prstGeom>
          <a:solidFill>
            <a:srgbClr val="F8F2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029471" y="1133856"/>
            <a:ext cx="2659303" cy="548640"/>
          </a:xfrm>
          <a:prstGeom prst="rect">
            <a:avLst/>
          </a:prstGeom>
          <a:solidFill>
            <a:srgbClr val="F2E6C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20911" y="118872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2975" y="1133856"/>
            <a:ext cx="19643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PineBuds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2623" y="1755648"/>
            <a:ext cx="2512999" cy="1170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bestool write-image を左右に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出して 3 秒待って戻す = リブート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picocom -b 2000000 で観測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08960"/>
            <a:ext cx="11185855" cy="1682496"/>
          </a:xfrm>
          <a:prstGeom prst="rect">
            <a:avLst/>
          </a:prstGeom>
          <a:solidFill>
            <a:srgbClr val="F3EFF9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02920" y="3108960"/>
            <a:ext cx="11185855" cy="438912"/>
          </a:xfrm>
          <a:prstGeom prst="rect">
            <a:avLst/>
          </a:prstGeom>
          <a:solidFill>
            <a:srgbClr val="E3DCF2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312724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3108960"/>
            <a:ext cx="7315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Claude Code — 4 つの世界を横断して回す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602736"/>
            <a:ext cx="34847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設計・SDK 調査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822191"/>
            <a:ext cx="3301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プリビルト .a の逆アセンブルと nm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3458" y="3602736"/>
            <a:ext cx="34847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TDD の運用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6338" y="3822191"/>
            <a:ext cx="3301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Red は本体、Green はサブエージェント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1116" y="3602736"/>
            <a:ext cx="34847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実機ランの監視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3996" y="3822191"/>
            <a:ext cx="3301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UART / SPP を監視して docs に反映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133087"/>
            <a:ext cx="348477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5800" y="4151376"/>
            <a:ext cx="3484778" cy="31089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14 時間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443984"/>
            <a:ext cx="3484778" cy="237744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実作業時間 (ログのイベント間隔から集計)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53458" y="4133087"/>
            <a:ext cx="348477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353458" y="4151376"/>
            <a:ext cx="3484778" cy="31089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$490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3458" y="4443984"/>
            <a:ext cx="3484778" cy="237744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API 料金換算。87% がプロンプトキャッシュ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21116" y="4133087"/>
            <a:ext cx="348477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21116" y="4151376"/>
            <a:ext cx="3484778" cy="31089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112 コミット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1116" y="4443984"/>
            <a:ext cx="3484778" cy="237744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うち 111 が Co-Authored-By: Claude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937760"/>
            <a:ext cx="11185855" cy="106070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02920" y="4937760"/>
            <a:ext cx="11185855" cy="384048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02920" y="4937760"/>
            <a:ext cx="11185855" cy="384048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1 サイクル — 4 つの世界を 1 周しないと 1 回も試せない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394960"/>
            <a:ext cx="1559509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394960"/>
            <a:ext cx="1559509" cy="493776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① 書く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2345893" y="5504688"/>
            <a:ext cx="237744" cy="274320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592781" y="5394960"/>
            <a:ext cx="1559509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592781" y="5394960"/>
            <a:ext cx="1559509" cy="493776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② ホストで緑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161434" y="5504688"/>
            <a:ext cx="237744" cy="274320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4408322" y="5394960"/>
            <a:ext cx="1559509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408322" y="5394960"/>
            <a:ext cx="1559509" cy="493776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③ SDK に配置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5976975" y="5504688"/>
            <a:ext cx="237744" cy="274320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223863" y="5394960"/>
            <a:ext cx="1559509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23863" y="5394960"/>
            <a:ext cx="1559509" cy="493776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④ ビルド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792516" y="5504688"/>
            <a:ext cx="237744" cy="274320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8039404" y="5394960"/>
            <a:ext cx="1559509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039404" y="5394960"/>
            <a:ext cx="1559509" cy="493776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⑤ 焼く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608058" y="5504688"/>
            <a:ext cx="237744" cy="274320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9854946" y="5394960"/>
            <a:ext cx="1559509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854946" y="5394960"/>
            <a:ext cx="1559509" cy="493776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⑥ 耳で観る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089904"/>
            <a:ext cx="111858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WSL の中の Docker の中の GCC でビルドして、Windows の Python で結果を受ける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実装の山場 ① — SDK にソースが無い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8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60350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85855" cy="603504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問題: 左右リンクの本体は inc/ と lib/ しか無い = プリビルトの .a しか無い → 仕様が読めない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5855" cy="548640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11185855" cy="548640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やったこと: 静的ライブラリを逆アセンブルして、仕様を実物から確定した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505456"/>
          <a:ext cx="11185853" cy="14264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33994"/>
                <a:gridCol w="2933994"/>
                <a:gridCol w="5317865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調べたこと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ヘッダの記述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逆アセンブルした実体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送信ペイロード上限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300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実行時 assert は 672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RX ハンドラのスレッド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記述なし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BT スタック本体のループ (止めると全部止まる)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9663"/>
            <a:ext cx="3545738" cy="10058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4224528"/>
            <a:ext cx="3545738" cy="566928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91456"/>
            <a:ext cx="3545738" cy="31089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ヘッダの定数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978" y="4169663"/>
            <a:ext cx="3545738" cy="10058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22978" y="4224528"/>
            <a:ext cx="3545738" cy="566928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672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2978" y="4791456"/>
            <a:ext cx="3545738" cy="31089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バイナリの assert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3036" y="4169663"/>
            <a:ext cx="3545738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43036" y="4224528"/>
            <a:ext cx="3545738" cy="566928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512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036" y="4791456"/>
            <a:ext cx="3545738" cy="31089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実測値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21808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起動時に 4 → 64 → … → 668 B を掃引して上限を実測。256 B 超はフレームに分割し、in-flight を 536 B に抑える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797296"/>
            <a:ext cx="11185855" cy="512064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" y="5797296"/>
            <a:ext cx="11185855" cy="512064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ヘッダを信じるな。リンクされるバイナリを信じろ。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実装の山場 ② — 実機は 1 発では動かない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9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15568"/>
          <a:ext cx="7040878" cy="34015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9353"/>
                <a:gridCol w="3029215"/>
                <a:gridCol w="360231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#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原因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finalize の 2 秒後に MemFault で無限リブート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RTX でスレッドが自分自身を終了させると壊れる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充電起動すると BT スタックが上がらない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充電イベントのリセット設定の副作用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起動 15 〜 60 秒で勝手に電源が落ちる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満充電シャットダウン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PC と再ペアリングできない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通常ビルドは inquiry scan を出さない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SPP ログの先頭 512 B だけ二重に届く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 回の接続で CONNECTED が 2 回上がる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0" y="1115568"/>
            <a:ext cx="3913632" cy="2377440"/>
          </a:xfrm>
          <a:prstGeom prst="rect">
            <a:avLst/>
          </a:prstGeom>
          <a:solidFill>
            <a:srgbClr val="F0F0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0" y="1170432"/>
            <a:ext cx="3913632" cy="34747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Run 2 : 毎ブート・17.5 秒周期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499616"/>
            <a:ext cx="3913632" cy="199339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### EXCEPTION ###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MMFAR=00000034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FaultCause: (Data access violation)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Current Task    : 0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New Running Task: 255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639312"/>
            <a:ext cx="3913632" cy="14630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772400" y="3639312"/>
            <a:ext cx="3913632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0" y="3639312"/>
            <a:ext cx="3913632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MMFAR が犯人を名指しした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078224"/>
            <a:ext cx="3913632" cy="102412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0x34 = RTOS のスレッド構造体の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フィールドのオフセットと一致。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終了済みスレッドを触っていた。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193792"/>
            <a:ext cx="7040880" cy="603504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" y="5193792"/>
            <a:ext cx="7040880" cy="603504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計算に起因する地雷はゼロ。全部が電源・接続・RTOS。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266944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純ロジックは全部ホストのテストを先に書いた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実装の山場 ③ — 観測をワイヤレスに / 耳で操作する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10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49377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85855" cy="49377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USB ケーブルで繋がったイヤホンは、もはやイヤホンではない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73936"/>
            <a:ext cx="5532120" cy="21031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1773936"/>
            <a:ext cx="553212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" y="1773936"/>
            <a:ext cx="5532120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① Bluetooth SPP に自作ログチャネル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5532120" cy="1664207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ログをリングバッファに積み、Bluetooth の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   シリアルポート (SPP) で PC に流す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seq 番号で欠落・重複を機械検出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UART とは独立の経路 = 原理的に USB は不要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773936"/>
            <a:ext cx="5486400" cy="21031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199632" y="1773936"/>
            <a:ext cx="54864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99632" y="1773936"/>
            <a:ext cx="5486400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② 5 連タップで GEMM を再実行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212848"/>
            <a:ext cx="5486400" cy="1664207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タッチパッドは電源キー入力。ジェスチャは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   SDK がソフトで判定している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単タップ 〜 4 連・長押しは既存機能で満杯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空いていた 5 連タップを奪った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33087"/>
            <a:ext cx="2487168" cy="142646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2920" y="4224527"/>
            <a:ext cx="2487168" cy="365760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① 5 連タップ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26864"/>
            <a:ext cx="2487168" cy="85953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叩かれた側だけが
キーイベントを受け取る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44952" y="4681727"/>
            <a:ext cx="302666" cy="347472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402482" y="4133087"/>
            <a:ext cx="248716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02482" y="4224527"/>
            <a:ext cx="2487168" cy="365760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② 相手に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2482" y="4626864"/>
            <a:ext cx="2487168" cy="85953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左右間の制御チャネルに
5 バイトを 1 本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44514" y="4681727"/>
            <a:ext cx="302666" cy="347472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302044" y="4133087"/>
            <a:ext cx="2487168" cy="142646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02044" y="4224527"/>
            <a:ext cx="2487168" cy="365760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③ 相手も起きる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2044" y="4626864"/>
            <a:ext cx="2487168" cy="85953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待機セマフォを解放して
計算に入る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44076" y="4681727"/>
            <a:ext cx="302666" cy="347472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201607" y="4133087"/>
            <a:ext cx="248716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01607" y="4224527"/>
            <a:ext cx="2487168" cy="365760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④ 両バッズで GEMM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1607" y="4626864"/>
            <a:ext cx="2487168" cy="85953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rank 0 が checksum を
検証して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742432"/>
            <a:ext cx="111858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実行中の連打は捨てる。相手の START が落ちたら、タップした側だけが縮退して完走する。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結果 ① — 実機ログ (両バッズ / 全条件 PASS)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11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6903720" cy="3840480"/>
          </a:xfrm>
          <a:prstGeom prst="rect">
            <a:avLst/>
          </a:prstGeom>
          <a:solidFill>
            <a:srgbClr val="F0F0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6903720" cy="34747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Run 4 — ケース内・充電起動・両バッズ同時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99616"/>
            <a:ext cx="6903720" cy="345643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== 右バッズ (rank 0) ==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init rank=0 size=2 link_wait=200 ms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peer ok rank=0 peer=1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barrier ok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GEMM-MPI N=32 rank=0 size=2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checksum=32768.000000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expect  =32768.000000  PASS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GEMM-MPI elapsed=13 ms tx=2 rx=4 err=0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== 左バッズ (rank 1) ==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init rank=1 size=2 link_wait=500 ms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send ok / frames tx=2 rx=2 err=0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finalize done rank=1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7808" y="1115568"/>
            <a:ext cx="4078224" cy="25603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607808" y="1115568"/>
            <a:ext cx="4078224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7808" y="1115568"/>
            <a:ext cx="4078224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合否条件 — すべて充足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24" y="1664208"/>
            <a:ext cx="310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655064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両側 size=2 — 本当に 2 ノードで走った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5824" y="2157984"/>
            <a:ext cx="310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148840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checksum=32768.000000 の厳密一致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2651760"/>
            <a:ext cx="310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642616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rank 0 / rank 1 が左右で 1 つずつ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3145536"/>
            <a:ext cx="310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3136392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EXCEPTION 0 回・送信失敗 0 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3840480"/>
            <a:ext cx="4078224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607808" y="3840480"/>
            <a:ext cx="4078224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07808" y="3840480"/>
            <a:ext cx="4078224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なぜ checksum で判定できるのか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4279392"/>
            <a:ext cx="4078224" cy="148132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32768 = 32³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全要素 1 の行列積は整数値しか通らない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→ float32 でも丸め誤差がゼロ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 厳密一致以外を許さない判定にできる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結果 ② — ワイヤレス受信と 5 連タップ再実行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12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5989320" cy="2468880"/>
          </a:xfrm>
          <a:prstGeom prst="rect">
            <a:avLst/>
          </a:prstGeom>
          <a:solidFill>
            <a:srgbClr val="F0F0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989320" cy="34747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Run 12 : Bluetooth で PC が受けたログ (欠落・重複ゼロ)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99616"/>
            <a:ext cx="5989320" cy="208483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#2  GEMM float N=32  checksum=32768.000000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                 expect=32768.000000  PASS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#7  [mpi] peer ok rank=1 peer=0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#19 [mpi-t1] max_payload=512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#20 [mpi] barrier ok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#23 [mpi] finalize done rank=1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1115568"/>
          <a:ext cx="5010910" cy="25237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91196"/>
                <a:gridCol w="1758214"/>
                <a:gridCol w="1494482"/>
                <a:gridCol w="967018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run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トリガ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結果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elapsed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起動時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自動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PASS  size=2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12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#1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右を 5 連タップ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PASS  size=2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128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#2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左を 5 連タップ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PASS  size=2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5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#3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右を 5 連タップ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PASS  size=2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115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#4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左を 5 連タップ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PASS  size=2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83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3749039"/>
            <a:ext cx="5989320" cy="16459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598932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3749039"/>
            <a:ext cx="5989320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elapsed のばらつきの読み方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87952"/>
            <a:ext cx="5989320" cy="120700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タップした側が先に走り、相手は START の伝搬を待って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合流する。だからタップした側の elapsed が伸びる。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749039"/>
            <a:ext cx="5010912" cy="16459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75120" y="3749039"/>
            <a:ext cx="5010912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75120" y="3749039"/>
            <a:ext cx="5010912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正直な注記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87952"/>
            <a:ext cx="5010912" cy="120700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このランで PC に出たのは左 (rank 1) のログだけ。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slave 側の送信はスタック上は成功扱いなのに電波に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乗らず、rank 0 の行は UART にしか出ない (未解決)。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96128"/>
            <a:ext cx="11185855" cy="566928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" y="5596128"/>
            <a:ext cx="11185855" cy="56692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耳を 5 回叩くと両バッズで行列積が走り、実行ログが Bluetooth 経由で PC に流れてくる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結果 ③ — 3 モード比較 (最新の Run 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13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15568"/>
          <a:ext cx="6903718" cy="17556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48942"/>
                <a:gridCol w="1012545"/>
                <a:gridCol w="1012545"/>
                <a:gridCol w="1748942"/>
                <a:gridCol w="1380744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mode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バッズ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コア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elapsed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vs single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single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3,783 µs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基準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mpi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各 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3,683 µs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x1.02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mpi+omp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各 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313,258 µs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x0.01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3072384"/>
            <a:ext cx="6903720" cy="969264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3163824"/>
            <a:ext cx="6903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並列領域そのもの:  3,783 µs  →  1,226 µs   (x3.1)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69037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2 バッズ × 2 コア = 4 コアぶんの効果は出ている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69663"/>
            <a:ext cx="6903720" cy="160934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2920" y="4169663"/>
            <a:ext cx="690372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4169663"/>
            <a:ext cx="6903720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なぜ elapsed は 313 ms なのか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08575"/>
            <a:ext cx="6903720" cy="117043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mpi+omp の elapsed が常に 313 〜 318 ms なのは、2 回目の Allreduce 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   省電力 (sniff) からの復帰を約 300 ms 待つため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リンクが起きている時の実力が mpi の x1.02 — 半分の行 + 1 往復 ≒ single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・ 比較ランの前に sniff を抜ける対策は実装済み。計測はこれから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1115568"/>
            <a:ext cx="4078224" cy="2688336"/>
          </a:xfrm>
          <a:prstGeom prst="rect">
            <a:avLst/>
          </a:prstGeom>
          <a:solidFill>
            <a:srgbClr val="F0F0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7808" y="1170432"/>
            <a:ext cx="4078224" cy="34747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Run 16 — Bluetooth 経由で PC が受けたログ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1499616"/>
            <a:ext cx="4078224" cy="230428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#47 mode=mpi     elapsed=3683 us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#49 mode=mpi+omp elapsed=313258 us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#50 [omp] last region: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  primary share=1226 us,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  extra wait for cp=0 us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#52 mode=single  elapsed=3783 us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#53 GEMM-CMP ... PASS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#54 speedup vs single: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  mpi=x1.02 mpiomp=x0.01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  worker_on_cp=3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931920"/>
            <a:ext cx="4078224" cy="1847088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607808" y="3931920"/>
            <a:ext cx="4078224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07808" y="3931920"/>
            <a:ext cx="4078224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第 2 コアが動いた証拠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4370831"/>
            <a:ext cx="4078224" cy="1408176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worker_on_cp がランごとに +1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   = 第 2 コアで並列領域が走った回数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extra wait for cp = 0 µs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   = CP のほうが先に終わっている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3 モードとも checksum 厳密一致で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907024"/>
            <a:ext cx="11185855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" y="5907024"/>
            <a:ext cx="11185855" cy="530352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計算は 4 コアぶん速くなった。が、その利得を Bluetooth の復帰待ちが丸ごと食った。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わかったこと / できていないこと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14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5483199" cy="497433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5483199" cy="475488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5483199" cy="475488"/>
          </a:xfrm>
          <a:prstGeom prst="rect">
            <a:avLst/>
          </a:prstGeom>
          <a:noFill/>
        </p:spPr>
        <p:txBody>
          <a:bodyPr wrap="square" lIns="146304" rIns="146304" tIns="87782" bIns="8778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わかったこと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5564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173736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標準 API のまま実機に載る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10312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本物の OpenMPI でも自作アダプタでも無改変でビルドでき、結果も一致した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85292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83464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ノード内 2 コア並列も動いた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20040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第 2 コア (CP) で並列領域が走り、計算部分は 4 コアぶんの x3.1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395020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93192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組み込みの敵は計算ではない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429768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踏んだ地雷は全部が電源・接続・RTOS・SDK の仕様だった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04748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" y="502920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ホストで TDD できる形に切ると強い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" y="5394959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実機で 1 回試す前に 1,788 checks。実機バグもテストに落として直した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5575" y="1115568"/>
            <a:ext cx="5483199" cy="4974336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05575" y="1115568"/>
            <a:ext cx="5483199" cy="475488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5575" y="1115568"/>
            <a:ext cx="5483199" cy="475488"/>
          </a:xfrm>
          <a:prstGeom prst="rect">
            <a:avLst/>
          </a:prstGeom>
          <a:noFill/>
        </p:spPr>
        <p:txBody>
          <a:bodyPr wrap="square" lIns="146304" rIns="146304" tIns="87782" bIns="8778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できていないこと (正直に)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75564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32B22"/>
                </a:solidFill>
                <a:latin typeface="Meiryo"/>
                <a:ea typeface="Meiryo"/>
                <a:cs typeface="Meiryo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9351" y="173736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通信待ちを外す対策が未計測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9351" y="210312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比較ラン前に sniff を抜ける実装は入ったが、実機での効果はこれから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285292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32B22"/>
                </a:solidFill>
                <a:latin typeface="Meiryo"/>
                <a:ea typeface="Meiryo"/>
                <a:cs typeface="Meiryo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9351" y="283464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slave 側のログが電波に乗らない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9351" y="320040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片方が master のときしか PC に届かない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1879" y="395020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32B22"/>
                </a:solidFill>
                <a:latin typeface="Meiryo"/>
                <a:ea typeface="Meiryo"/>
                <a:cs typeface="Meiryo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9351" y="393192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音楽再生との同時実行は未検証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9351" y="429768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「使いながら裏で計算」はまだ道半ば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1879" y="504748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32B22"/>
                </a:solidFill>
                <a:latin typeface="Meiryo"/>
                <a:ea typeface="Meiryo"/>
                <a:cs typeface="Meiryo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9351" y="502920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N を大きくした時の挙動は未計測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9351" y="5394959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RAM の上限は N≈128。そこで逆転するかは未検証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15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841248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85855" cy="8412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1 万円のワイヤレスイヤホン 2 個  =  2 ノードの MPI クラスタ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31136"/>
            <a:ext cx="347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249424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標準 MPI API のベンチが、無改変で耳の中で PASS した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8"/>
            <a:ext cx="347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77977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checksum 厳密一致 / 両バッズ size=2 / EXCEPTION 0 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39"/>
            <a:ext cx="347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3310127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第 2 コアも動いた — 計算部分だけ見れば 4 コアぶんの x3.1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22191"/>
            <a:ext cx="347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A32B22"/>
                </a:solidFill>
                <a:latin typeface="Meiryo"/>
                <a:ea typeface="Meiryo"/>
                <a:cs typeface="Meiryo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3840479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全体では速くならなかった — 利得を通信待ちが食った。理由は説明できる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43984"/>
            <a:ext cx="3594506" cy="113385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02920" y="4443984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4443984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① 通信待ちを外す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82896"/>
            <a:ext cx="3594506" cy="694944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比較ランの前に省電力から
起こす。実装済み・計測待ち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8594" y="4443984"/>
            <a:ext cx="3594506" cy="113385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98594" y="4443984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98594" y="4443984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② 通信に耐える問題を選ぶ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8594" y="4882896"/>
            <a:ext cx="3594506" cy="694944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境界だけを交換する問題なら
通信量が小さい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4268" y="4443984"/>
            <a:ext cx="3594506" cy="113385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94268" y="4443984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94268" y="4443984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③ 音楽再生との同時実行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4268" y="4882896"/>
            <a:ext cx="3594506" cy="694944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本当に「使いながら裏で計算」
させる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87568"/>
            <a:ext cx="11185855" cy="548640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2920" y="5687568"/>
            <a:ext cx="11185855" cy="5486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みなさんの耳にも、暇をしている Cortex-M4F が 2 個入っています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27648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github.com/TamichiRyuto/pine-buds-cluster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