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806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403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HPC の定石「ノード間は MPI、ノード内は OpenMP」。今回はこの標準的な書き方をそのまま持ち込むのがテーマ。OpenMP 側は API だけ揃えた段階。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を挿したまま」ではなく「耳に入れたまま」に近づいたことを強調する。rank は固定、IBRT のロールは起動ごとに入れ替わる。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(ハードリビジョン差)。「完全オープンソース」とは言わない — IBRT/BT スタック中核はソースが無い。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どこまでが標準 API で、どこからが自作かを一目で見せる。bench/ は本物の OpenMPI でもそのままビルドできる。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つの世界をまたがないと 1 回も試せない、という絵。「WSL の中の Docker の中の GCC で焼いて、Windows の Python で受ける」で笑いが取れる。② が緑にならないうちは ④ に進まない — 焼いてから気づくと左右 2 個ぶんやり直し、は口頭で。$480 はセッションログのトークン数 × 公開単価の換算値で、実際の請求額ではない。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「ヘッダを信じるな、リンクされるバイナリを信じろ」。300 / 672 / 512 の 3 つの数字を並べるのがこのスライドの山。時間を使うところ。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「組み込みは電源とペアリングで死ぬ」は共感ポイント。MMFAR の値が構造体オフセットと一致した話は必ず言う。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「32768 = 32³。全要素 1 の行列積は整数値しか通らないので float32 で厳密に一致する。誤差 1 ulp も許さない判定」は必ず言う。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「耳を 5 回叩くと両バッズで行列積が走り、実行ログが Bluetooth で PC に流れてくる」で締める。PASS 行そのものが飛んだとは言わない。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ここが最大の山場。「計算は 4 コアぶん速くなった。が、その利得を Bluetooth の復帰待ちが丸ごと食った」を言い切る。worker_on_cp が毎回 +1 しているのが第 2 コアが本当に走った証拠。sniff を外す対策は実装済みで計測はこれから。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03120"/>
            <a:ext cx="11185855" cy="64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359152"/>
            <a:ext cx="1118585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5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39312"/>
            <a:ext cx="11185855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31596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461772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4A4A4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61772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8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52144"/>
            <a:ext cx="3749039" cy="24323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152144"/>
            <a:ext cx="3749039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3749039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91056"/>
            <a:ext cx="3749039" cy="199339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[                ]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[                ]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[                ]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TamichiRyuto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8848" y="1152144"/>
            <a:ext cx="7189927" cy="24323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98848" y="1152144"/>
            <a:ext cx="7189927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848" y="1152144"/>
            <a:ext cx="7189927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591056"/>
            <a:ext cx="7189927" cy="199339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ワイヤレスイヤホン 2 個を、2 ノードの計算クラスタにした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を自作し、イヤホン同士の Bluetooth リンクに載せた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+ OpenMP のベンチを、1 行も変えずに実機で PASS させた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  ノード間は Bluetooth、ノード内は第 2 コア。計 4 コアで走った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950207"/>
            <a:ext cx="3594506" cy="512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 × 2 コア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80559"/>
            <a:ext cx="3594506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計 4 コアで 1 つの行列積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8594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8594" y="3950207"/>
            <a:ext cx="3594506" cy="512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8594" y="4480559"/>
            <a:ext cx="3594506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4268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94268" y="3950207"/>
            <a:ext cx="3594506" cy="512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並列領域 x3.1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4268" y="4480559"/>
            <a:ext cx="3594506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計算部分は 4 コアぶん速くなった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5175503"/>
            <a:ext cx="3594506" cy="512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705855"/>
            <a:ext cx="3594506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8594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98594" y="5175503"/>
            <a:ext cx="3594506" cy="512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705855"/>
            <a:ext cx="3594506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94268" y="5175503"/>
            <a:ext cx="3594506" cy="512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80+ commits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4268" y="5705855"/>
            <a:ext cx="3594506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2026-08-18 → 09-01 の 2 週間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48920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489204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664207"/>
            <a:ext cx="1920240" cy="621792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1664207"/>
            <a:ext cx="1920240" cy="621792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377440"/>
            <a:ext cx="416052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377440"/>
            <a:ext cx="4160520" cy="420624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71215"/>
            <a:ext cx="4434840" cy="566928"/>
          </a:xfrm>
          <a:prstGeom prst="rect">
            <a:avLst/>
          </a:prstGeom>
          <a:noFill/>
        </p:spPr>
        <p:txBody>
          <a:bodyPr wrap="square" lIns="27432" tIns="16459" rIns="27432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スレッドレベル並列 = OpenMP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96735" y="1133856"/>
            <a:ext cx="48920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96735" y="1207008"/>
            <a:ext cx="489204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62495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62495" y="1664207"/>
            <a:ext cx="1920240" cy="621792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02775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02775" y="1664207"/>
            <a:ext cx="1920240" cy="621792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2495" y="2377440"/>
            <a:ext cx="416052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62495" y="2377440"/>
            <a:ext cx="4160520" cy="420624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5335" y="2871215"/>
            <a:ext cx="4434840" cy="566928"/>
          </a:xfrm>
          <a:prstGeom prst="rect">
            <a:avLst/>
          </a:prstGeom>
          <a:noFill/>
        </p:spPr>
        <p:txBody>
          <a:bodyPr wrap="square" lIns="27432" tIns="16459" rIns="27432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スレッドレベル並列 = OpenMP</a:t>
            </a:r>
          </a:p>
        </p:txBody>
      </p:sp>
      <p:sp>
        <p:nvSpPr>
          <p:cNvPr id="24" name="Left-Right Arrow 23"/>
          <p:cNvSpPr/>
          <p:nvPr/>
        </p:nvSpPr>
        <p:spPr>
          <a:xfrm>
            <a:off x="5541264" y="1865376"/>
            <a:ext cx="1106424" cy="621792"/>
          </a:xfrm>
          <a:prstGeom prst="left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2560320"/>
            <a:ext cx="1399032" cy="731520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639312"/>
            <a:ext cx="111858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(MPI_Send / MPI_Recv / MPI_Barrier)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4059936"/>
          <a:ext cx="5760720" cy="15361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 コア並列 (実測 x3.1)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601968" y="4059936"/>
            <a:ext cx="5084064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01968" y="4114800"/>
            <a:ext cx="5084064" cy="329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3" y="4462272"/>
            <a:ext cx="4828031" cy="548640"/>
          </a:xfrm>
          <a:prstGeom prst="rect">
            <a:avLst/>
          </a:prstGeom>
          <a:noFill/>
        </p:spPr>
        <p:txBody>
          <a:bodyPr wrap="square" lIns="27432" tIns="16459" rIns="27432" bIns="1645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</a:t>
            </a:r>
            <a:r>
              <a:rPr sz="13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= 行列の一辺。N=32 なら 32×32 の行列</a:t>
            </a:r>
          </a:p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size</a:t>
            </a:r>
            <a:r>
              <a:rPr sz="13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= MPI のランク数 = 参加したバッズの数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76288" y="5047488"/>
            <a:ext cx="2240280" cy="42062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76288" y="5047488"/>
            <a:ext cx="2240280" cy="420624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→ 行 0 .. 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08008" y="5047488"/>
            <a:ext cx="224028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08008" y="5047488"/>
            <a:ext cx="2240280" cy="420624"/>
          </a:xfrm>
          <a:prstGeom prst="rect">
            <a:avLst/>
          </a:prstGeom>
          <a:noFill/>
        </p:spPr>
        <p:txBody>
          <a:bodyPr wrap="square" lIns="27432" tIns="16459" rIns="27432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→ 行 16 ..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11696" y="5541264"/>
            <a:ext cx="4864607" cy="402336"/>
          </a:xfrm>
          <a:prstGeom prst="rect">
            <a:avLst/>
          </a:prstGeom>
          <a:noFill/>
        </p:spPr>
        <p:txBody>
          <a:bodyPr wrap="square" lIns="27432" tIns="16459" rIns="27432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size=1 に縮退しても同じ PASS が出る → size を必ず見る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133856"/>
            <a:ext cx="42245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207008"/>
            <a:ext cx="4224528" cy="42062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4208"/>
            <a:ext cx="4224528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BES2300YP  /  nv_role = MASTER
Cortex-M4F ×2  (単精度 FPU)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59" y="1133856"/>
            <a:ext cx="42245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1207008"/>
            <a:ext cx="4224528" cy="42062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1664208"/>
            <a:ext cx="4224528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BES2300YP  /  nv_role = SLAVE
Cortex-M4F ×2  (単精度 FPU)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5376672" y="1664208"/>
            <a:ext cx="1426464" cy="566928"/>
          </a:xfrm>
          <a:prstGeom prst="left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286000"/>
            <a:ext cx="1719072" cy="512064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左右間の
TWS 制御チャネル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111858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※ rank は左右で固定。IBRT のロール (master / slave) は起動ごとに入れ替わる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163824"/>
            <a:ext cx="10259568" cy="5120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163824"/>
            <a:ext cx="10259568" cy="51206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=  Bluetooth 上のシリアルポート。UART とは独立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88736" y="3749039"/>
            <a:ext cx="402336" cy="329184"/>
          </a:xfrm>
          <a:prstGeom prst="down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931920" y="4169663"/>
            <a:ext cx="431596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31920" y="4224528"/>
            <a:ext cx="4315968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572000"/>
            <a:ext cx="4315968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5230368"/>
            <a:ext cx="3594506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69279"/>
            <a:ext cx="3594506" cy="56692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自作 MPI を IBRT に載せた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98594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98594" y="5230368"/>
            <a:ext cx="3594506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669279"/>
            <a:ext cx="3594506" cy="56692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第 2 コア (CP) で並列領域を実行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94268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94268" y="5230368"/>
            <a:ext cx="3594506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4268" y="5669279"/>
            <a:ext cx="3594506" cy="56692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seq 番号で欠落・重複を検出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52144"/>
          <a:ext cx="6720840" cy="3200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個ずつ、独立)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Cortex-M4F @ 最大 300 MHz / 単精度 FPU のみ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/ Flash 4 MB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— アプリ層は OSS (BT 中核は .a)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(2 Mbaud)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152144"/>
            <a:ext cx="418795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79" y="1152144"/>
            <a:ext cx="4187952" cy="201168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310128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79" y="3310128"/>
            <a:ext cx="418795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79" y="3310128"/>
            <a:ext cx="4187952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49039"/>
            <a:ext cx="4187952" cy="129844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ttyACM1 (左)</a:t>
            </a:r>
          </a:p>
          <a:p>
            <a:pPr algn="l">
              <a:spcAft>
                <a:spcPts val="10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が生えて、自作ファームが焼ける。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イヤホンなのに開発ボード。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6720840" cy="14173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7208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754880"/>
            <a:ext cx="6720840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なぜ計算機として使えるのか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93792"/>
            <a:ext cx="6720840" cy="97840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単コア GEMM が 5 〜 10 ms で回る計算資源が、耳の中に 2 個ある</a:t>
            </a:r>
          </a:p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RAM は約 330 KB 空き (2026-08-30 ビルドの .map 集計)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AEFEFA9-14E0-DA0C-B8A6-E48635E76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647" y="1376437"/>
            <a:ext cx="4354286" cy="326571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47CDFF0-1416-CCD4-DCCA-DB3DBB87C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018" y="1376437"/>
            <a:ext cx="3957561" cy="296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270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 TWS でやりたかった。 →  自作コードを載せる手段が見つからなかった。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92224"/>
          <a:ext cx="11185853" cy="2743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134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2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9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調べた範囲の市販 TWS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署名されていない FW を焼ける経路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手段が非公開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で焼ける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デバッグ UART が外に出ている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充電ケースが兼ねる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ヘッダで見える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見つからなかった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846320"/>
            <a:ext cx="11185855" cy="731520"/>
          </a:xfrm>
          <a:prstGeom prst="rect">
            <a:avLst/>
          </a:prstGeom>
          <a:noFill/>
        </p:spPr>
        <p:txBody>
          <a:bodyPr wrap="square" lIns="64008" tIns="38404" rIns="64008" bIns="38404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・ ① 〜 ③ のどれか 1 つでも欠けると、コードを書いても載せられない = 実験が成立しない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・ これは手元の機種と調べられた範囲の話で、すべての TWS がそうだと主張するものではない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669280"/>
            <a:ext cx="11185855" cy="60350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11185855" cy="603504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この 5 つが揃う TWS が、探した範囲でここだけだったので購入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6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68096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" y="1170432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499616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56816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" y="2011680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340864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自作 MPI サブセット (Send / Recv / Barrier / Allreduce / Isend / Wait) と OpenMP スタブ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98064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" y="2852928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182112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ホスト = pthread ループバック (TDD 用) / 実機 = 断片化 + クレジット制御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39312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" y="3694176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023360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80560"/>
            <a:ext cx="11185855" cy="768096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" y="4535424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4864608"/>
            <a:ext cx="10929823" cy="347472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94960"/>
            <a:ext cx="11185855" cy="91440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185855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11185855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33872"/>
            <a:ext cx="11185855" cy="47548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gnu++98 / 例外・RTTI 禁止   ・ ヒープ禁止・STL 禁止・静的バッファのみ   ・ double 禁止 (単精度 FPU)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開発環境 — 1 回の実験に必要なもの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7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2659303" cy="1847088"/>
          </a:xfrm>
          <a:prstGeom prst="rect">
            <a:avLst/>
          </a:prstGeom>
          <a:solidFill>
            <a:srgbClr val="E9F1F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2659303" cy="548640"/>
          </a:xfrm>
          <a:prstGeom prst="rect">
            <a:avLst/>
          </a:prstGeom>
          <a:solidFill>
            <a:srgbClr val="D6E6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1133856"/>
            <a:ext cx="196435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WSL2  Ubuntu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55648"/>
            <a:ext cx="2512999" cy="1170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コードを書くのは全部ここ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make test → 1,788 checks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install-into-sdk.sh で SDK 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5103" y="1133856"/>
            <a:ext cx="2659303" cy="1847088"/>
          </a:xfrm>
          <a:prstGeom prst="rect">
            <a:avLst/>
          </a:prstGeom>
          <a:solidFill>
            <a:srgbClr val="E4F2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45103" y="1133856"/>
            <a:ext cx="2659303" cy="548640"/>
          </a:xfrm>
          <a:prstGeom prst="rect">
            <a:avLst/>
          </a:prstGeom>
          <a:solidFill>
            <a:srgbClr val="CFE8EA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36543" y="1188720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8607" y="1133856"/>
            <a:ext cx="196435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Docker 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55648"/>
            <a:ext cx="2512999" cy="1170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./start_dev.sh でコンテナ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./build.sh → open_source.bin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backup.sh で工場 FW を退避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133856"/>
            <a:ext cx="2659303" cy="1847088"/>
          </a:xfrm>
          <a:prstGeom prst="rect">
            <a:avLst/>
          </a:prstGeom>
          <a:solidFill>
            <a:srgbClr val="EEEBF7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87287" y="1133856"/>
            <a:ext cx="2659303" cy="548640"/>
          </a:xfrm>
          <a:prstGeom prst="rect">
            <a:avLst/>
          </a:prstGeom>
          <a:solidFill>
            <a:srgbClr val="E1DCF1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8727" y="1188720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0791" y="1133856"/>
            <a:ext cx="196435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0439" y="1755648"/>
            <a:ext cx="2512999" cy="1170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usbipd でケースを WSL へ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/dev/ttyACM0 と ttyACM1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spp_tail.py COM6 で SPP 受信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9471" y="1133856"/>
            <a:ext cx="2659303" cy="1847088"/>
          </a:xfrm>
          <a:prstGeom prst="rect">
            <a:avLst/>
          </a:prstGeom>
          <a:solidFill>
            <a:srgbClr val="F8F2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29471" y="1133856"/>
            <a:ext cx="2659303" cy="548640"/>
          </a:xfrm>
          <a:prstGeom prst="rect">
            <a:avLst/>
          </a:prstGeom>
          <a:solidFill>
            <a:srgbClr val="F2E6C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20911" y="1188720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2975" y="1133856"/>
            <a:ext cx="196435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PineBuds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2623" y="1755648"/>
            <a:ext cx="2512999" cy="1170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bestool write-image を左右に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出して 3 秒待って戻す = リブート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picocom -b 2000000 で観測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08960"/>
            <a:ext cx="11185855" cy="1682496"/>
          </a:xfrm>
          <a:prstGeom prst="rect">
            <a:avLst/>
          </a:prstGeom>
          <a:solidFill>
            <a:srgbClr val="F3EFF9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3108960"/>
            <a:ext cx="11185855" cy="438912"/>
          </a:xfrm>
          <a:prstGeom prst="rect">
            <a:avLst/>
          </a:prstGeom>
          <a:solidFill>
            <a:srgbClr val="E3DCF2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127248"/>
            <a:ext cx="4572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3108960"/>
            <a:ext cx="7315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Claude Code — 4 つの世界を横断して回す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602736"/>
            <a:ext cx="348477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設計・SDK 調査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822191"/>
            <a:ext cx="33018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プリビルト .a の逆アセンブルと 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3458" y="3602736"/>
            <a:ext cx="348477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TDD の運用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6338" y="3822191"/>
            <a:ext cx="33018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Red は本体、Green はサブエージェント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1116" y="3602736"/>
            <a:ext cx="348477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実機ランの監視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3996" y="3822191"/>
            <a:ext cx="33018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UART / SPP を監視して docs に反映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133087"/>
            <a:ext cx="348477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151376"/>
            <a:ext cx="3484778" cy="310896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14 時間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443984"/>
            <a:ext cx="3484778" cy="237744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実作業時間 (ログのイベント間隔から集計)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53458" y="4133087"/>
            <a:ext cx="348477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53458" y="4151376"/>
            <a:ext cx="3484778" cy="310896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$490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3458" y="4443984"/>
            <a:ext cx="3484778" cy="237744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API 料金換算。87% がプロンプトキャッシュ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21116" y="4133087"/>
            <a:ext cx="348477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021116" y="4151376"/>
            <a:ext cx="3484778" cy="310896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112 コミット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1116" y="4443984"/>
            <a:ext cx="3484778" cy="237744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うち 111 が Co-Authored-By: Claude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37760"/>
            <a:ext cx="11185855" cy="10607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85855" cy="38404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2920" y="4937760"/>
            <a:ext cx="11185855" cy="384048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サイクル — 4 つの世界を 1 周しないと 1 回も試せない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559509" cy="493776"/>
          </a:xfrm>
          <a:prstGeom prst="rect">
            <a:avLst/>
          </a:prstGeom>
          <a:noFill/>
        </p:spPr>
        <p:txBody>
          <a:bodyPr wrap="square" lIns="18288" tIns="10972" rIns="18288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書く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2345893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592781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592781" y="5394960"/>
            <a:ext cx="1559509" cy="493776"/>
          </a:xfrm>
          <a:prstGeom prst="rect">
            <a:avLst/>
          </a:prstGeom>
          <a:noFill/>
        </p:spPr>
        <p:txBody>
          <a:bodyPr wrap="square" lIns="18288" tIns="10972" rIns="18288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ホストで緑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4161434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408322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408322" y="5394960"/>
            <a:ext cx="1559509" cy="493776"/>
          </a:xfrm>
          <a:prstGeom prst="rect">
            <a:avLst/>
          </a:prstGeom>
          <a:noFill/>
        </p:spPr>
        <p:txBody>
          <a:bodyPr wrap="square" lIns="18288" tIns="10972" rIns="18288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SDK に配置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5976975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223863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23863" y="5394960"/>
            <a:ext cx="1559509" cy="493776"/>
          </a:xfrm>
          <a:prstGeom prst="rect">
            <a:avLst/>
          </a:prstGeom>
          <a:noFill/>
        </p:spPr>
        <p:txBody>
          <a:bodyPr wrap="square" lIns="18288" tIns="10972" rIns="18288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ビルド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792516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8039404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039404" y="5394960"/>
            <a:ext cx="1559509" cy="493776"/>
          </a:xfrm>
          <a:prstGeom prst="rect">
            <a:avLst/>
          </a:prstGeom>
          <a:noFill/>
        </p:spPr>
        <p:txBody>
          <a:bodyPr wrap="square" lIns="18288" tIns="10972" rIns="18288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⑤ 焼く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9608058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854946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854946" y="5394960"/>
            <a:ext cx="1559509" cy="493776"/>
          </a:xfrm>
          <a:prstGeom prst="rect">
            <a:avLst/>
          </a:prstGeom>
          <a:noFill/>
        </p:spPr>
        <p:txBody>
          <a:bodyPr wrap="square" lIns="18288" tIns="10972" rIns="18288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⑥ 耳で観る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089904"/>
            <a:ext cx="11185855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 の中の Docker の中の GCC でビルドして、Windows の Python で結果を受ける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8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6035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603504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左右リンクの本体は inc/ と lib/ しか無い = プリビルトの .a しか無い → 仕様が読めない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5855" cy="5486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11185855" cy="548640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静的ライブラリを逆アセンブルして、仕様を実物から確定した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505456"/>
          <a:ext cx="11185853" cy="14264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33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3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178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BT スタック本体のループ (止めると全部止まる)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169663"/>
            <a:ext cx="3545738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3545738" cy="566928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91456"/>
            <a:ext cx="3545738" cy="310896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ヘッダの定数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4169663"/>
            <a:ext cx="3545738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2978" y="4224528"/>
            <a:ext cx="3545738" cy="566928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978" y="4791456"/>
            <a:ext cx="3545738" cy="310896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バイナリの assert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3036" y="4169663"/>
            <a:ext cx="3545738" cy="10058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43036" y="4224528"/>
            <a:ext cx="3545738" cy="566928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036" y="4791456"/>
            <a:ext cx="3545738" cy="310896"/>
          </a:xfrm>
          <a:prstGeom prst="rect">
            <a:avLst/>
          </a:prstGeom>
          <a:noFill/>
        </p:spPr>
        <p:txBody>
          <a:bodyPr wrap="square" lIns="18288" tIns="10972" rIns="18288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実測値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21808"/>
            <a:ext cx="1118585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起動時に 4 → 64 → … → 668 B を掃引して上限を実測。256 B 超はフレームに分割し、in-flight を 536 B に抑える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97296"/>
            <a:ext cx="11185855" cy="51206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5797296"/>
            <a:ext cx="11185855" cy="51206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ヘッダを信じるな。リンクされるバイナリを信じろ。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9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7040878" cy="34015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09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2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でスレッドが自分自身を終了させると壊れる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充電イベントのリセット設定の副作用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満充電シャットダウン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inquiry scan を出さない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回の接続で CONNECTED が 2 回上がる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1115568"/>
            <a:ext cx="3913632" cy="237744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0" y="1170432"/>
            <a:ext cx="3913632" cy="34747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2 : 毎ブート・17.5 秒周期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499616"/>
            <a:ext cx="3913632" cy="199339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MMFAR=00000034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639312"/>
            <a:ext cx="3913632" cy="14630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0" y="3639312"/>
            <a:ext cx="391363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3639312"/>
            <a:ext cx="3913632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MMFAR が犯人を名指しした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078224"/>
            <a:ext cx="3913632" cy="102412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0x34 = RTOS のスレッド構造体の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フィールドのオフセットと一致。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終了済みスレッドを触っていた。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193792"/>
            <a:ext cx="7040880" cy="60350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5193792"/>
            <a:ext cx="7040880" cy="60350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計算に起因する地雷はゼロ。全部が電源・接続・RTOS。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266944"/>
            <a:ext cx="39136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純ロジックは全部ホストのテストを先に書いた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10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49377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493776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553212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55321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773936"/>
            <a:ext cx="5532120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5532120" cy="1664207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ログをリングバッファに積み、Bluetooth の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シリアルポート (SPP) で PC に流す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seq 番号で欠落・重複を機械検出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UART とは独立の経路 = 原理的に USB は不要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773936"/>
            <a:ext cx="548640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773936"/>
            <a:ext cx="54864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99632" y="1773936"/>
            <a:ext cx="5486400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212848"/>
            <a:ext cx="5486400" cy="1664207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タッチパッドは電源キー入力。ジェスチャは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SDK がソフトで判定している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連・長押しは既存機能で満杯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空いていた 5 連タップを奪った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33087"/>
            <a:ext cx="2487168" cy="14264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224527"/>
            <a:ext cx="2487168" cy="365760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5 連タップ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26864"/>
            <a:ext cx="2487168" cy="859536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叩かれた側だけが
キーイベントを受け取る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44952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402482" y="4133087"/>
            <a:ext cx="2487168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02482" y="4224527"/>
            <a:ext cx="2487168" cy="365760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相手に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2482" y="4626864"/>
            <a:ext cx="2487168" cy="859536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左右間の制御チャネルに
5 バイトを 1 本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44514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2044" y="4133087"/>
            <a:ext cx="2487168" cy="14264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2044" y="4224527"/>
            <a:ext cx="2487168" cy="365760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相手も起きる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2044" y="4626864"/>
            <a:ext cx="2487168" cy="859536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待機セマフォを解放して
計算に入る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4076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201607" y="4133087"/>
            <a:ext cx="2487168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01607" y="4224527"/>
            <a:ext cx="2487168" cy="365760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両バッズで GEMM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1607" y="4626864"/>
            <a:ext cx="2487168" cy="859536"/>
          </a:xfrm>
          <a:prstGeom prst="rect">
            <a:avLst/>
          </a:prstGeom>
          <a:noFill/>
        </p:spPr>
        <p:txBody>
          <a:bodyPr wrap="square" lIns="36576" tIns="21945" rIns="36576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rank 0 が checksum を
検証して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742432"/>
            <a:ext cx="1118585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実行中の連打は捨てる。相手の START が落ちたら、タップした側だけが縮退して完走する。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6903720" cy="384048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6903720" cy="34747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4 — ケース内・充電起動・両バッズ同時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99616"/>
            <a:ext cx="6903720" cy="345643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checksum=32768.000000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expect  =32768.000000  PASS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tx=2 rx=4 err=0</a:t>
            </a:r>
          </a:p>
          <a:p>
            <a:pPr algn="l">
              <a:spcAft>
                <a:spcPts val="0"/>
              </a:spcAft>
            </a:pPr>
            <a:endParaRPr sz="1350" b="1" i="0">
              <a:solidFill>
                <a:srgbClr val="111111"/>
              </a:solidFill>
              <a:latin typeface="Consolas"/>
              <a:ea typeface="Consolas"/>
              <a:cs typeface="Consolas"/>
            </a:endParaRP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 / frames tx=2 rx=2 err=0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25603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— すべて充足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5824" y="1664208"/>
            <a:ext cx="31089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1655064"/>
            <a:ext cx="35295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本当に 2 ノードで走った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4" y="2157984"/>
            <a:ext cx="31089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2148840"/>
            <a:ext cx="35295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24" y="2651760"/>
            <a:ext cx="31089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2642616"/>
            <a:ext cx="35295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3145536"/>
            <a:ext cx="31089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3136392"/>
            <a:ext cx="35295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EXCEPTION 0 回・送信失敗 0 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840480"/>
            <a:ext cx="4078224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607808" y="3840480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07808" y="3840480"/>
            <a:ext cx="4078224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4279392"/>
            <a:ext cx="4078224" cy="148132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全要素 1 の行列積は整数値しか通らない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989320" cy="246888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989320" cy="34747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12 : Bluetooth で PC が受けたログ (欠落・重複ゼロ)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99616"/>
            <a:ext cx="5989320" cy="208483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            expect=32768.000000  PASS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115568"/>
          <a:ext cx="5010910" cy="25237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7911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8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44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70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749039"/>
            <a:ext cx="5989320" cy="16459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3749039"/>
            <a:ext cx="59893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749039"/>
            <a:ext cx="5989320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elapsed のばらつきの読み方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87952"/>
            <a:ext cx="5989320" cy="120700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タップした側が先に走り、相手は START の伝搬を待って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合流する。だからタップした側の elapsed が伸びる。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3749039"/>
            <a:ext cx="5010912" cy="16459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75120" y="3749039"/>
            <a:ext cx="501091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3749039"/>
            <a:ext cx="5010912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正直な注記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187952"/>
            <a:ext cx="5010912" cy="120700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このランで PC に出たのは左 (rank 1) のログだけ。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slave 側の送信はスタック上は成功扱いなのに電波に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乗らず、rank 0 の行は UART にしか出ない (未解決)。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96128"/>
            <a:ext cx="11185855" cy="56692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5596128"/>
            <a:ext cx="11185855" cy="56692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耳を 5 回叩くと両バッズで行列積が走り、実行ログが Bluetooth 経由で PC に流れてくる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3 モード比較 (最新の Run 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6903718" cy="17556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48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25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5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9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mode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バッズ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コア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vs single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single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3,783 µs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基準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各 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3,683 µs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x1.02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mpi+omp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各 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313,258 µs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x0.01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3072384"/>
            <a:ext cx="6903720" cy="96926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3163824"/>
            <a:ext cx="69037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並列領域そのもの:  3,783 µs  →  1,226 µs   (x3.1)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21024"/>
            <a:ext cx="6903720" cy="310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バッズ × 2 コア = 4 コアぶんの効果は出ている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69663"/>
            <a:ext cx="6903720" cy="16093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4169663"/>
            <a:ext cx="69037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4169663"/>
            <a:ext cx="6903720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elapsed は 313 ms なのか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5"/>
            <a:ext cx="6903720" cy="117043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mpi+omp の elapsed が常に 313 〜 318 ms なのは、2 回目の Allreduce が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省電力 (sniff) からの復帰を約 300 ms 待つため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リンクが起きている時の実力が mpi の x1.02 — 半分の行 + 1 往復 ≒ single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・ 比較ランの前に sniff を抜ける対策は実装済み。計測はこれから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1115568"/>
            <a:ext cx="4078224" cy="2688336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07808" y="1170432"/>
            <a:ext cx="4078224" cy="347472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16 — Bluetooth 経由で PC が受けたログ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1499616"/>
            <a:ext cx="4078224" cy="2304288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#47 mode=mpi     elapsed=3683 us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#49 mode=mpi+omp elapsed=313258 us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#50 [omp] last region: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primary share=1226 us,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extra wait for cp=0 us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#52 mode=single  elapsed=3783 us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#53 GEMM-CMP ... PASS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#54 speedup vs single: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mpi=x1.02 mpiomp=x0.01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worker_on_cp=3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931920"/>
            <a:ext cx="4078224" cy="184708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07808" y="3931920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07808" y="3931920"/>
            <a:ext cx="4078224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第 2 コアが動いた証拠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4370831"/>
            <a:ext cx="4078224" cy="1408176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worker_on_cp がランごとに +1</a:t>
            </a:r>
          </a:p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= 第 2 コアで並列領域が走った回数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extra wait for cp = 0 µs</a:t>
            </a:r>
          </a:p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= CP のほうが先に終わっている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3 モードとも checksum 厳密一致で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907024"/>
            <a:ext cx="11185855" cy="53035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5907024"/>
            <a:ext cx="11185855" cy="530352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計算は 4 コアぶん速くなった。が、その利得を Bluetooth の復帰待ちが丸ごと食った。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9743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3199" cy="47548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5483199" cy="475488"/>
          </a:xfrm>
          <a:prstGeom prst="rect">
            <a:avLst/>
          </a:prstGeom>
          <a:noFill/>
        </p:spPr>
        <p:txBody>
          <a:bodyPr wrap="square" lIns="146304" tIns="87782" rIns="146304" bIns="87782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5564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173736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103120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本物の OpenMPI でも自作アダプタでも無改変でビルドでき、結果も一致した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85292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283464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コア並列も動いた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200400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第 2 コア (CP) で並列領域が走り、計算部分は 4 コアぶんの x3.1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95020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393192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297680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踏んだ地雷は全部が電源・接続・RTOS・SDK の仕様だった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04748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" y="502920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できる形に切ると強い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5394959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実機で 1 回試す前に 1,788 checks。実機バグもテストに落として直した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9743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05575" y="1115568"/>
            <a:ext cx="5483199" cy="47548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05575" y="1115568"/>
            <a:ext cx="5483199" cy="475488"/>
          </a:xfrm>
          <a:prstGeom prst="rect">
            <a:avLst/>
          </a:prstGeom>
          <a:noFill/>
        </p:spPr>
        <p:txBody>
          <a:bodyPr wrap="square" lIns="146304" tIns="87782" rIns="146304" bIns="87782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75564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9351" y="173736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通信待ちを外す対策が未計測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9351" y="2103120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比較ラン前に sniff を抜ける実装は入ったが、実機での効果はこれから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285292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9351" y="283464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9351" y="3200400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片方が master のときしか PC に届かない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1879" y="395020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9351" y="393192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9351" y="4297680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「使いながら裏で計算」はまだ道半ば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1879" y="5047488"/>
            <a:ext cx="329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9351" y="5029200"/>
            <a:ext cx="48248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を大きくした時の挙動は未計測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9351" y="5394959"/>
            <a:ext cx="4824831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RAM の上限は N≈128。そこで逆転するかは未検証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84124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84124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2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31136"/>
            <a:ext cx="3474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249424"/>
            <a:ext cx="10362895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API のベンチが、無改変で耳の中で PASS 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61488"/>
            <a:ext cx="3474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779776"/>
            <a:ext cx="10362895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厳密一致 / 両バッズ size=2 / EXCEPTION 0 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39"/>
            <a:ext cx="3474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3310127"/>
            <a:ext cx="10362895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第 2 コアも動いた — 計算部分だけ見れば 4 コアぶんの x3.1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22191"/>
            <a:ext cx="3474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840479"/>
            <a:ext cx="10362895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全体では速くならなかった — 利得を通信待ちが食った。理由は説明できる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443984"/>
            <a:ext cx="3594506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通信待ちを外す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82896"/>
            <a:ext cx="3594506" cy="694944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比較ランの前に省電力から
起こす。実装済み・計測待ち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8594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8594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8594" y="4443984"/>
            <a:ext cx="3594506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8594" y="4882896"/>
            <a:ext cx="3594506" cy="694944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境界だけを交換する問題なら
通信量が小さい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268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94268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94268" y="4443984"/>
            <a:ext cx="3594506" cy="438912"/>
          </a:xfrm>
          <a:prstGeom prst="rect">
            <a:avLst/>
          </a:prstGeom>
          <a:noFill/>
        </p:spPr>
        <p:txBody>
          <a:bodyPr wrap="square" lIns="128016" tIns="76809" rIns="128016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4268" y="4882896"/>
            <a:ext cx="3594506" cy="694944"/>
          </a:xfrm>
          <a:prstGeom prst="rect">
            <a:avLst/>
          </a:prstGeom>
          <a:noFill/>
        </p:spPr>
        <p:txBody>
          <a:bodyPr wrap="square" lIns="128016" tIns="76809" rIns="128016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本当に「使いながら裏で計算」
させる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87568"/>
            <a:ext cx="11185855" cy="5486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5687568"/>
            <a:ext cx="11185855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みなさんの耳にも、暇をしている Cortex-M4F が 2 個入っています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327648"/>
            <a:ext cx="1118585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2234</Words>
  <Application>Microsoft Office PowerPoint</Application>
  <PresentationFormat>ワイド画面</PresentationFormat>
  <Paragraphs>457</Paragraphs>
  <Slides>17</Slides>
  <Notes>16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2" baseType="lpstr">
      <vt:lpstr>Meiryo</vt:lpstr>
      <vt:lpstr>Arial</vt:lpstr>
      <vt:lpstr>Calibri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竜大 田道</cp:lastModifiedBy>
  <cp:revision>2</cp:revision>
  <dcterms:created xsi:type="dcterms:W3CDTF">2013-01-27T09:14:16Z</dcterms:created>
  <dcterms:modified xsi:type="dcterms:W3CDTF">2026-09-01T09:21:48Z</dcterms:modified>
  <cp:category/>
</cp:coreProperties>
</file>