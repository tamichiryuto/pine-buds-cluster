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OpenMP」のハイブリッド構成。今回はこの標準的な書き方をそのまま持ち込むのがテーマ。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(ハードリビジョン差)。どちらも CDC-ACM なので手順は同じ。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が動くイヤホン」ではなく「自分のコードを載せられるイヤホン」を探した、という話。文鎮化リスクは共感を得やすい。実際いちばん最初にやったのは工場ファームの全量バックアップ。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「アダプタが嘘をついていないこと」を本物の OpenMPI との一致で担保した、というのが一番言いたい設計判断。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つの世界をまたがないと 1 回も試せない、という絵。「WSL の中の Docker の中の GCC で焼いて、Windows の Python で受ける」と言うと笑いが取れる。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「ヘッダを信じるな、リンクされるバイナリを信じろ」。ここは技術者ウケが良いはず。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逆アセンブルではなく nm でシンボル解決して犯人を特定した、という小ネタも入る。「組み込みは電源とペアリングで死ぬ」は共感ポイント。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32768 = 32³。全要素 1 の行列積は整数値しか通らないので float32 で厳密に一致する。誤差 1 ulp も許さない判定にしてある、は必ず言う。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「イヤホンをトントントントントンと叩くと、両耳で行列積が走って、結果が Bluetooth で PC に飛ぶ」で締める。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「速くなりませんでした」で終わらせず、なぜ遅いかが定量的に説明できることを成果として出す。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48840"/>
            <a:ext cx="11185855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111858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11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526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703320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3703320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 [                    ]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 TamichiRyuto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188720"/>
            <a:ext cx="7208215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572768"/>
            <a:ext cx="7208215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左右のワイヤレスイヤホン 2 個を、2 ノードの計算クラスタにした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のサブセットを自作し、イヤホン同士の Bluetooth リンク (IBRT) に載せた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API で書いた GEMM ベンチを、1 行も変えずに実機で PASS させた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  (OpenMP は API 互換のスタブ。ノード内 2 コア並列はまだ)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右バッズ = rank 0 / 左バッズ = rank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8594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298594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8594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4268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94268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max_payload 512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4268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ヘッダは 300、バイナリは 672、実測は 512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8594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94268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80+ commits / 2 週間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4268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2026-08-18 → 09-01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96735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96735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1055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24" name="Left-Right Arrow 23"/>
          <p:cNvSpPr/>
          <p:nvPr/>
        </p:nvSpPr>
        <p:spPr>
          <a:xfrm>
            <a:off x="5541264" y="1792224"/>
            <a:ext cx="1106424" cy="566928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432304"/>
            <a:ext cx="1362456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19856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— MPI_Send / MPI_Recv / MPI_Barrier / MPI_Allreduce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3877056"/>
          <a:ext cx="5760719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9713"/>
                <a:gridCol w="2235503"/>
                <a:gridCol w="223550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単位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プロセス (ランク)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#pragma omp parallel for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MPI_Send / MPI_Recv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イヤホン内の 2 コア (未達)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601968" y="3877056"/>
            <a:ext cx="50840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01968" y="3922776"/>
            <a:ext cx="5084064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9128" y="4242816"/>
            <a:ext cx="173736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 = A · B
N = 32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 →  行 0 .. 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 →  行 16 .. 31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9756648" y="5120640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711696" y="5468112"/>
            <a:ext cx="4864607" cy="65836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MPI_Send / MPI_Recv で結果を集約し、
rank 0 が全体の checksum を検証して PASS / FAIL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MASTER
Cortex-M4F ×2  (単精度 FPU)
SRAM 992 KB  /  Flash 4 MB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59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95159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nv_role = SLAVE
Cortex-M4F ×2  (単精度 FPU)
SRAM 992 KB  /  Flash 4 MB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5376672" y="1700784"/>
            <a:ext cx="1426464" cy="512064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249424"/>
            <a:ext cx="1719072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
TWS 制御チャネル
(cmdcode 0x8201 を自作)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111858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※ rank は左右ストラップ由来で固定。IBRT のロール (master / slave) は起動ごとに入れ替わる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0120" y="3108960"/>
            <a:ext cx="10259568" cy="40233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=  Bluetooth 上のシリアルポート。UART とは独立の経路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88736" y="3602736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931920" y="3986784"/>
            <a:ext cx="431596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31920" y="4041648"/>
            <a:ext cx="4315968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352544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サブセットを IBRT (イヤホン同士の
TWS リンク) に載せた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Stage-1 は逐次スタブ。API だけ本物と同じ。
2 コア目は今回未使用 ← 正直に言う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4268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ログをリングに積んで RFCOMM で PC へ。
seq 番号で欠落・重複を機械検出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33856"/>
          <a:ext cx="67208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個ずつ、完全に独立)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ARM Cortex-M4F @ 最大 300 MHz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単精度のみ — double はソフトエミュ = 実質禁止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(+ BT 共有 64 KB) / Flash 4 MB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(pine64) — アプリ層は OSS (BT 中核は .a)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ビルド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Docker + Make、gnu++98 / -fno-exceptions / -fno-rtti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を兼ねる (2 Mbaud)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実測残量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約 330 KB / Flash 約 3.2 MB (2026-08-30 の .map)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84448"/>
            <a:ext cx="4187952" cy="135331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/dev/ttyACM1 (左)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が生えて、bestool write-image で自作ファームが焼ける。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イヤホンなのに、開発ボードとして完結している。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$ picocom -b 2000000 /dev/ttyACM0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[ctor] GlobalProbe constructed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hello, C++ from PineBuds (core=0)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 ... checksum=32768.000000 PASS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 TWS (左右が独立した完全ワイヤレス) でやりたかった。 →  自作コードを載せる手段が見つからなかった。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73936"/>
          <a:ext cx="11185853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手元で調べた範囲の市販 TWS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書き込み経路 (署名されていない FW を焼ける)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書き込み手段が非公開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で普通に焼ける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標準出力 = デバッグ UART が外に出ている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 UART を兼ねる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IBRT の API がヘッダに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見つからなかった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純正ライタが配布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① 〜 ③ のどれか 1 つでも欠けると「コードを書いても載せられない」ので、実験自体が成立しない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一般的な TWS は音質・ANC・電池のために作られていて、ユーザーが計算を載せる想定がそもそも無い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分解して SWD を引き出す道もあるが、左右 2 個を同じ状態に保って何十回も焼き直す用途には向かない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これは手元の機種と自分が調べられた範囲の話で、すべての TWS がそうだと主張するものではない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「オープンソースファーム」と「ケースが UART プログラマ」を両立している TWS が、探した範囲でここだけだったので購入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12648" y="1170432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463040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12648" y="1956816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249424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 (Init/Send/Recv/Barrier/Allreduce/Isend/Irecv/Wait) / OpenMP は API 互換スタブ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88336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2648" y="2743200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035808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ホスト = pthread ループバック (TDD 用) / 実機 = mpi_frag (断片化 + クレジット制御)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74720"/>
            <a:ext cx="11185855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" y="3529584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822191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261104"/>
            <a:ext cx="11185855" cy="713232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2648" y="4315968"/>
            <a:ext cx="10966399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608576"/>
            <a:ext cx="10966399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102352"/>
            <a:ext cx="11185855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102352"/>
            <a:ext cx="1118585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102352"/>
            <a:ext cx="1118585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86400"/>
            <a:ext cx="11185855" cy="62179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-std=gnu++98 / -fno-exceptions / -fno-rtti → C++11 以降が使えない     ・ ヒープ禁止・STL 禁止・静的バッファのみ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double 禁止 (単精度 FPU のみ、リテラルは 1.0f)     ・ make check98 で機械的に担保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99632"/>
            <a:ext cx="11185855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規模: adapters 926 行 / firmware 統合 1,656 行 / tests 1,846 行 / 設計ドキュメント 2,643 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開発環境 — 1 回の実験に必要なもの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2659303" cy="2103120"/>
          </a:xfrm>
          <a:prstGeom prst="rect">
            <a:avLst/>
          </a:prstGeom>
          <a:solidFill>
            <a:srgbClr val="E9F1F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2659303" cy="512064"/>
          </a:xfrm>
          <a:prstGeom prst="rect">
            <a:avLst/>
          </a:prstGeom>
          <a:solidFill>
            <a:srgbClr val="D6E6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WSL2  Ubuntu 22.04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19072"/>
            <a:ext cx="2512999" cy="148132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コードを書くのは全部ここ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make test → 1,788 checks (g++)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make check98 で gnu++98 方言を担保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install-into-sdk.sh で SDK に配置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 / GitHub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5103" y="1133856"/>
            <a:ext cx="2659303" cy="2103120"/>
          </a:xfrm>
          <a:prstGeom prst="rect">
            <a:avLst/>
          </a:prstGeom>
          <a:solidFill>
            <a:srgbClr val="E4F2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45103" y="1133856"/>
            <a:ext cx="2659303" cy="512064"/>
          </a:xfrm>
          <a:prstGeom prst="rect">
            <a:avLst/>
          </a:prstGeom>
          <a:solidFill>
            <a:srgbClr val="CFE8EA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36543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2031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Docker  OpenPineBuds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19072"/>
            <a:ext cx="2512999" cy="148132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./start_dev.sh で開発コンテナ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docker compose run --rm builder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./build.sh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→ open_source.bin (904 KB)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backup.sh で工場 FW を全量退避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133856"/>
            <a:ext cx="2659303" cy="2103120"/>
          </a:xfrm>
          <a:prstGeom prst="rect">
            <a:avLst/>
          </a:prstGeom>
          <a:solidFill>
            <a:srgbClr val="EEEBF7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1133856"/>
            <a:ext cx="2659303" cy="512064"/>
          </a:xfrm>
          <a:prstGeom prst="rect">
            <a:avLst/>
          </a:prstGeom>
          <a:solidFill>
            <a:srgbClr val="E1DCF1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78727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4215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0439" y="1719072"/>
            <a:ext cx="2512999" cy="148132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usbipd attach --wsl で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充電ケースを WSL に渡す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/dev/ttyACM0 (右) / ttyACM1 (左)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spp_tail.py COM6 で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Bluetooth SPP ログを受信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9471" y="1133856"/>
            <a:ext cx="2659303" cy="2103120"/>
          </a:xfrm>
          <a:prstGeom prst="rect">
            <a:avLst/>
          </a:prstGeom>
          <a:solidFill>
            <a:srgbClr val="F8F2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29471" y="1133856"/>
            <a:ext cx="2659303" cy="512064"/>
          </a:xfrm>
          <a:prstGeom prst="rect">
            <a:avLst/>
          </a:prstGeom>
          <a:solidFill>
            <a:srgbClr val="F2E6C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20911" y="1188720"/>
            <a:ext cx="4389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6399" y="1188720"/>
            <a:ext cx="2000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PineBuds Pro  実機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2623" y="1719072"/>
            <a:ext cx="2512999" cy="148132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bestool write-image を左右 2 個に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「出して 3 秒待って戻す」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= リブート (書き込みトリガ)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picocom -b 2000000 /dev/ttyACM0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346704"/>
            <a:ext cx="11185855" cy="969264"/>
          </a:xfrm>
          <a:prstGeom prst="rect">
            <a:avLst/>
          </a:prstGeom>
          <a:solidFill>
            <a:srgbClr val="F3EFF9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02920" y="3346704"/>
            <a:ext cx="11185855" cy="384048"/>
          </a:xfrm>
          <a:prstGeom prst="rect">
            <a:avLst/>
          </a:prstGeom>
          <a:solidFill>
            <a:srgbClr val="E3DCF2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3364992"/>
            <a:ext cx="4206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1" y="3346704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Claude Code — 4 つの世界を横断して回す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3895" y="3346704"/>
            <a:ext cx="4754880" cy="38404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103 コミット中 102 が Co-Authored-By: Claude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785615"/>
            <a:ext cx="348477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設計・SDK 調査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" y="4023360"/>
            <a:ext cx="333847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プリビルト .a の逆アセンブルと nm でのシンボル解決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3458" y="3785615"/>
            <a:ext cx="348477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TDD の運用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9762" y="4023360"/>
            <a:ext cx="333847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Red のテストは本体、Green の実装はサブエージェントへ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1116" y="3785615"/>
            <a:ext cx="348477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実機ランの監視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67420" y="4023360"/>
            <a:ext cx="333847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UART / SPP を監視し、結果を設計ドキュメントに反映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462272"/>
            <a:ext cx="11185855" cy="15544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02920" y="4462272"/>
            <a:ext cx="1118585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02920" y="4462272"/>
            <a:ext cx="1118585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サイクル — 4 つの世界を 1 周しないと 1 回も試せない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956048"/>
            <a:ext cx="154426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4956048"/>
            <a:ext cx="1544269" cy="56692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書く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2339797" y="510235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2595829" y="4956048"/>
            <a:ext cx="154426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595829" y="4956048"/>
            <a:ext cx="1544269" cy="56692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ホストで緑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4158386" y="510235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414418" y="4956048"/>
            <a:ext cx="154426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414418" y="4956048"/>
            <a:ext cx="1544269" cy="56692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SDK に配置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5976975" y="510235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233007" y="4956048"/>
            <a:ext cx="154426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33007" y="4956048"/>
            <a:ext cx="1544269" cy="56692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ビルド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7795564" y="510235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8051596" y="4956048"/>
            <a:ext cx="154426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51596" y="4956048"/>
            <a:ext cx="1544269" cy="56692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⑤ 焼く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614154" y="5102352"/>
            <a:ext cx="237744" cy="274320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9870186" y="4956048"/>
            <a:ext cx="154426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870186" y="4956048"/>
            <a:ext cx="1544269" cy="566928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⑥ 耳で観る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5614416"/>
            <a:ext cx="1118585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⑥ で見つけた不具合は ① に戻る。② が緑にならないうちは ④ に進まない — 焼いてから気づくと左右 2 個ぶんやり直し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089904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 の中の Docker の中の GCC でビルドして、Windows の Python で結果を受ける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 左右リンクの本体 services/ibrt_core/ には inc/ と lib/ しか無い  =  プリビルトの .a しか無い  →  仕様が読めない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 libtws_ibrt_enhanced_stack_anc_RTX.a を逆アセンブルして、仕様を実物から確定した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395728"/>
          <a:ext cx="11185853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33791"/>
                <a:gridCol w="2881205"/>
                <a:gridCol w="2711722"/>
                <a:gridCol w="355913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設計への影響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APP_TWS_CTRL_BUFFER_MAX_LEN = 300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 と 672 のどちらで切るかで設計が変わる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BesbtThread (BT スタック本体)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ここをブロックすると BT が全部止まる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送信ポンプ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同じループの 1 行上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計算は別スレッドに隔離する必要がある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224528"/>
            <a:ext cx="5760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確定した設計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08576"/>
            <a:ext cx="5760720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計算は専用スレッドに隔離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app_init 末尾で同期実行すると電源管理まで止まる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ペイロード上限は「実測で決める」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起動時に 4 → 64 → ... → 668 B を掃引するモードを実装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実測 max_payload = 512  (668 は TIMEOUT)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224528"/>
            <a:ext cx="519379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実装したトランスポート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608576"/>
            <a:ext cx="5193792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256 B 超は 268 B フレームに断片化 (ペイロード 256 B)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クレジット制御 W=2 で in-flight を 536 B に抑える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実測 512 B はメッセージ上限。ヘッダの 300 でも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blob の 672 でもなかった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追加 RAM: MPI 5.5 KB + SPP ログ 9.3 KB ≒ 15 KB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RAM 残 330 KB に対して余裕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694944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8864"/>
                <a:gridCol w="2316480"/>
                <a:gridCol w="2625344"/>
                <a:gridCol w="1698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対処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 (17.5 秒周期)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でスレッドが自分自身を終了させるとスケジューラが壊れる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return させず park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 (size=1 に縮退)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CHARGER_PLUGINOUT_RESET=1 の副作用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target.mk を 0 にパッチ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走行中にリンクが切れる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充電器の PLUGIN が CLOSE_BOX を注入していた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箱イベントを遮断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FULL_CHARGING → app_shutdown() (満充電シャットダウン)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app_shutdown() を if(0)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page scan だけで inquiry scan を出さない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専用ビルドで discoverable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 RFCOMM open で CONNECTED が 2 回上がる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 FSM で重複を無視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635240" y="1115568"/>
            <a:ext cx="4050791" cy="21031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35240" y="1152144"/>
            <a:ext cx="4050791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2 : 両バッズ・毎ブート・17.5 秒周期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426464"/>
            <a:ext cx="4050791" cy="1792223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CFSR =00000082   ; MMARVALID|DACCVIOL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MMFAR=00000034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   &lt;- 走るタスクが居ない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  ; idle TCB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3364992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3364992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MMFAR が犯人を名指しした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749040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0x34 = RTX の OS_TCB 構造体の swap_out_time オフセット。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終了済みスレッドの TCB を NULL 経由で触っていた。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4608576"/>
            <a:ext cx="4050791" cy="10972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5240" y="4608576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効いた運用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992624"/>
            <a:ext cx="4050791" cy="7132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純ロジックは全部ホストのテストを先に書いた。実機で出た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 のバグも 5 本テストに落としてから直した。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 個の地雷のうち、計算に起因するものはゼロ。全部が電源・接続・RTOS・SDK 仕様。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553212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に自作ログチャネルを生やす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66544"/>
            <a:ext cx="553212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COMPUTE_TRACE のログ行をリングバッファに積み、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Bluetooth SPP で Windows に流す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SPP = Bluetooth 上のシリアルポート。PC 側は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spp_tail.py COM6 で受けるだけ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#&lt;seq&gt; 番号で欠落・重複を機械検出できる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UART とは独立の経路なので、原理的に USB は要らない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(実測はすべて USB 接続下。抜いて動かしたランはまだ無い)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682496"/>
            <a:ext cx="548640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066544"/>
            <a:ext cx="548640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 BES2300YP の電源キー入力。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ジェスチャは SDK がソフトで判定 (hal_key.c)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連・長押しは既存機能で埋まっていた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未割当の RAMPAGECLICK (5 連) を奪う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調停ロジックはホストで 8 テスト書いてから実装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5 連タップ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叩かれた側だけが
キーイベントを受け取る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44952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02482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02482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相手に START を送る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2482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左右間の制御チャネルに
5 バイトのフレームを 1 本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44514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302044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02044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相手も起きる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2044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受信側は待機セマフォを
解放して計算に入る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4076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9201607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201607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両バッズで GEMM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1607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rank 0 が checksum を検証
[mpi] run #1 done rank=0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70448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実行中の連打は捨てる。相手の START が落ちたらタップした側だけが走り、5 秒のストール検出を経て縮退で完走する。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6903720" cy="402336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69037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4  (2026-09-01)  —  ケース内・充電起動・両バッズ同時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26464"/>
            <a:ext cx="6903720" cy="371246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CHARGING PWRON!  -&gt;  bt_stack_init_done:10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side=RIGHT rank=0 nv_role=[IBRT_MASTER]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 frames tx=2 rx=4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side=LEFT rank=1 nv_role=[IBRT_SLAVE]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rank=1 peer=0  -&gt; 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frames tx=2 rx=2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2651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— すべて充足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7536" y="1645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627632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縮退していない = 本当に 2 ノードで走った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7536" y="2176272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57984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 (float32 で誤差ゼロ)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7536" y="2706624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688336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 (静的 rank が設計どおり)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3236976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218688"/>
            <a:ext cx="35661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EXCEPTION 0 回・MPI フレーム送信失敗 0 回・リブート無し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913632"/>
            <a:ext cx="4078224" cy="22311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07808" y="3913632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4297680"/>
            <a:ext cx="4078224" cy="184708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全要素 1 の行列積は C[i][j]=32 で整数値しか通らない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989320" cy="2395728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12 : Bluetooth SPP で PC が受けたログ (欠落・重複ゼロ)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26464"/>
            <a:ext cx="5989320" cy="20848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#0  [ctor] GlobalProbe constructed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  hello, C++ from PineBuds (core=0)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              expect=32768.000000  PASS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#3  GEMM elapsed=9 ms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#16 [mpi-t1] probe len=512 ok rtt=124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#18 [mpi-t1] rtt n=100 min=44 avg=169 max=407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115568"/>
          <a:ext cx="5010910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9967"/>
                <a:gridCol w="1731042"/>
                <a:gridCol w="1457719"/>
                <a:gridCol w="100218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0" y="3474720"/>
            <a:ext cx="5010912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右 = rank 0 の UART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3785615"/>
            <a:ext cx="5010912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読み方と、正直な注記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169663"/>
            <a:ext cx="5010912" cy="19751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タップした側が先に走り出し、相手は START の伝搬待ちで合流する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タップした側 (rank 0) の elapsed が伸びる  (#1 / #3)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このランで COM6 に出たのは左 (rank 1) のログだけ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IBRT の slave 側の SPP 送信は電波に乗らないので、rank 0 の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GEMM-MPI 行は UART 側にしか出ていない (未解決)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21024"/>
            <a:ext cx="5989320" cy="182880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3657600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5 連タップ時の右バッズ (rank 0) UART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31920"/>
            <a:ext cx="5989320" cy="15179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app_key_compute_run event 12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trigger=local peer_notified=1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elapsed=128 ms frames tx=1 rx=1 err=0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done rank=0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#2 trigger=peer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elapsed=5 ms frames tx=1 rx=0 err=0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耳を 5 回叩くと両バッズで行列積が走り、
実行ログが Bluetooth 経由で PC に流れてくる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6903720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3709"/>
                <a:gridCol w="1725930"/>
                <a:gridCol w="293408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 (1 ノード)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10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Phase 0.5 のゴールデン基準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 MPI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通信込み。並列化して遅くなった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実効ペイロード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512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 300 でも blob の 672 でもない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アイドルからの往復 RTT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最大 407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ランごとに変動 (avg 93 〜 278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2889504"/>
            <a:ext cx="6903720" cy="91440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2980944"/>
            <a:ext cx="6903720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単コア 5〜10 ms   →   2 ノード 12〜13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19856"/>
            <a:ext cx="69037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分散したぶんだけ遅くなった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950208"/>
            <a:ext cx="690372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3950208"/>
            <a:ext cx="6903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12 〜 13 ms 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34256"/>
            <a:ext cx="6903720" cy="115214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分割で浮く計算は 数 ms (単コア 5〜10 ms の半分)。リンクが張れている間の往復も 数 ms。</a:t>
            </a:r>
          </a:p>
          <a:p>
            <a:pPr algn="l">
              <a:spcAft>
                <a:spcPts val="9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 差し引きで通信のほうが勝つ = N=32 では分散する意味がない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407 ms の RTT は 100 回連続プローブ中の値で、GEMM 実行中のレイテンシではない。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省電力 (sniff) に落ちた状態から叩き起こすとここまで伸びる (タップ再実行の 128 ms)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1115568"/>
            <a:ext cx="4078224" cy="43708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 =  この実験の本題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1627632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90688" y="1664208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分割で浮く計算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1938528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 × 32³ ≒ 65,000 flop を半分に
→  数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0688" y="2560320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90688" y="2596896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往復に要る時間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0688" y="2871215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リンクが生きていれば 数 ms
→  ① とほぼ相殺、むしろ負け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90688" y="3493008"/>
            <a:ext cx="371246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90688" y="3529584"/>
            <a:ext cx="3712463" cy="292608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アイドルからの往復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3803904"/>
            <a:ext cx="3712463" cy="51206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最大 407 ms
=  単コア GEMM 40 〜 80 回ぶん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4517136"/>
            <a:ext cx="3858768" cy="877824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「計算量 / 通信量」が小さい問題を
分散してはいけない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" y="5614416"/>
            <a:ext cx="11185855" cy="64008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速くはならなかった。が、HPC の教科書どおりの結論を、耳の中で定量的に再現できた。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956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bench/ のソースは本物の OpenMPI でも自作アダプタでも無改変でビルドでき、3 経路すべて checksum 一致。アダプタ境界の設計が正しかった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プリビルト .a の逆アセンブルで、ヘッダと食い違う実挙動 (上限 672 / RX が BT スタックスレッド) を根拠付きで確定できた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踏んだ 6 個の地雷のうち、計算に起因するものはゼロ。全部が電源・接続・RTOS・SDK の仕様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できる形に切ると実機デバッグが激減する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実機で 1 回試す前にホストで 1,788 checks。実機で出たバグもホストのテストに落としてから直した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9560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3591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4487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は Stage-1 の逐次スタブのまま。2 個目のコア (CP) は音声処理が使っており、計算に取ると取り合いになる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591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4487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4487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の snoop リンクでは slave の SPP 送信がスタック上は成功扱いなのに実際には飛ばない。rank 0 が master の時しか PC に届かない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3591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4487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「イヤホンとして使いながら裏で計算」はまだ道半ば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3591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4487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を大きくした時のスケーリングは未計測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4487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RAM 330 KB の上限は N≈128。そこまでで通信コストを償却できるかは未検証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1396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API で書いたベンチが、無改変で耳の中で PASS した (OpenMP は互換スタブ)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786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5968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厳密一致 / 両バッズ size=2 / EXCEPTION 0 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358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30540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SPP で PC にワイヤレス配信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4930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1" y="35112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(単コア 5〜10 ms → 2 ノード 12〜13 ms) — 理由は定量的に説明できる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Stage-2。CP コアを音声処理と
どう分け合うかが論点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8594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98594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8594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Red-Black SOR — ハロー交換は境界だけ
= 通信量が小さい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268" y="4023360"/>
            <a:ext cx="3594506" cy="1188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94268" y="4023360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4268" y="4407408"/>
            <a:ext cx="3594506" cy="804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本当に「イヤホンとして使いながら
裏で計算」させる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" y="5340096"/>
            <a:ext cx="11185855" cy="51206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みなさんの耳にも、暇をしている Cortex-M4F が 2 個入っています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5980176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" y="6053328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設計・実機ログ・失敗の記録はすべて docs/design-ibrt-transport.md (2,643 行) にあります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