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で書いた GEMM 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ヘッダは 300、バイナリは 672、実測は 512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 / 2 週間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3" name="Left-Right Arrow 22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 (未達)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MASTER
Cortex-M4F ×2  (単精度 FPU)
SRAM 992 KB  /  Flash 4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SLAVE
Cortex-M4F ×2  (単精度 FPU)
SRAM 992 KB  /  Flash 4 MB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
TWS 制御チャネル
(cmdcode 0x8201 を自作)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11185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※ rank は左右ストラップ由来で固定。IBRT のロール (master / slave) は起動ごとに入れ替わる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とは独立の経路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88736" y="3602736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アプリ層は OSS (BT 中核は .a)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/ Flash 約 3.2 MB (2026-08-30 の .map)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00400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584448"/>
            <a:ext cx="4187952" cy="135331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(左右が独立した完全ワイヤレス) でやりたかった。 →  自作コードを載せる手段が見つからなかった。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手元で調べた範囲の市販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書き込み手段が非公開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これは手元の機種と自分が調べられた範囲の話で、すべての TWS がそうだと主張するものではない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が、探した範囲でここだけだったので購入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161288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83664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929384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2848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/ OpenMP は API 互換スタブ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697479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465576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87952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33672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17136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10912"/>
            <a:ext cx="6903720" cy="38404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2,643 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1115568"/>
            <a:ext cx="4078224" cy="25054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自作アダプタが嘘をついていない証明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90688" y="1591056"/>
            <a:ext cx="3712463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90688" y="1591056"/>
            <a:ext cx="3712463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  (1 ソース・無改変)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90688" y="2084831"/>
            <a:ext cx="1176527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90688" y="2084831"/>
            <a:ext cx="1176527" cy="65836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本物の
OpenMPI
np=1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8656" y="2084831"/>
            <a:ext cx="1176527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58656" y="2084831"/>
            <a:ext cx="1176527" cy="65836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本物の
OpenMPI
np=2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26624" y="2084831"/>
            <a:ext cx="1176527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326624" y="2084831"/>
            <a:ext cx="1176527" cy="65836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自作
アダプタ
(逐次)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90688" y="2834640"/>
            <a:ext cx="3712463" cy="36576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90688" y="2834640"/>
            <a:ext cx="3712463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経路とも checksum=32768.000000 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3236976"/>
            <a:ext cx="3822191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 ランクのアダプタ経路はホストの pthread ハーネス (1,788 checks) が担保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07808" y="3767328"/>
            <a:ext cx="4078224" cy="19751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607808" y="376732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607808" y="376732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8" y="4151376"/>
            <a:ext cx="4078224" cy="1591056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</a:t>
            </a:r>
          </a:p>
          <a:p>
            <a:pPr algn="l">
              <a:spcAft>
                <a:spcPts val="7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C++11 以降が使えない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ヒープ禁止・STL 禁止・静的バッファのみ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のみ)。リテラルは 1.0f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make check98 で機械的に担保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256 B 超は 268 B フレームに断片化 (ペイロード 256 B)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クレジット制御 W=2 で in-flight を 536 B に抑える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実測 512 B はメッセージ上限。ヘッダの 300 でも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RAM: MPI 5.5 KB + SPP ログ 9.3 KB ≒ 15 KB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115568"/>
            <a:ext cx="4050791" cy="2103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両バッズ・毎ブート・17.5 秒周期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426464"/>
            <a:ext cx="4050791" cy="1792223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   &lt;- 走るタスクが居ない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; idle TCB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3364992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749040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RTX の OS_TCB 構造体の swap_out_time オフセット。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終了済みスレッドの TCB を NULL 経由で触っていた。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4608576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992624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純ロジックは全部ホストのテストを先に書いた。実機で出た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 のバグも 5 本テストに落としてから直した。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個の地雷のうち、計算に起因するものはゼロ。全部が電源・接続・RTOS・SDK 仕様。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Bluetooth SPP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SPP = Bluetooth 上のシリアルポート。PC 側は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spp_tail.py COM6 で受けるだけ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#&lt;seq&gt; 番号で欠落・重複を機械検出できる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とは独立の経路なので、原理的に USB は要らない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(実測はすべて USB 接続下。抜いて動かしたランはまだ無い)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 を送る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左右間の制御チャネルに
5 バイトのフレームを 1 本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受信側は待機セマフォを
解放して計算に入る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rank 0 が checksum を検証
[mpi] run #1 done rank=0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実行中の連打は捨てる。相手の START が落ちたらタップした側だけが走り、5 秒のストール検出を経て縮退で完走する。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402336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6903720" cy="371246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115568"/>
            <a:ext cx="4078224" cy="2651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1645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2763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6" y="2176272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57984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06624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688336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7536" y="3236976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回・MPI フレーム送信失敗 0 回・リブート無し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7808" y="3913632"/>
            <a:ext cx="4078224" cy="22311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4297680"/>
            <a:ext cx="4078224" cy="184708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85615"/>
            <a:ext cx="5010912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読み方と、正直な注記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169663"/>
            <a:ext cx="5010912" cy="19751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このランで COM6 に出たのは左 (rank 1) のログだけ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IBRT の slave 側の SPP 送信は電波に乗らないので、rank 0 の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GEMM-MPI 行は UART 側にしか出ていない (未解決)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
実行ログが Bluetooth 経由で PC に流れてくる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03720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1725930"/>
                <a:gridCol w="293408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通信込み。並列化して遅くなった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 RTT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ランごとに変動 (avg 93 〜 278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2889504"/>
            <a:ext cx="6903720" cy="91440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2980944"/>
            <a:ext cx="6903720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19856"/>
            <a:ext cx="69037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50208"/>
            <a:ext cx="690372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〜 13 ms の読み方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34256"/>
            <a:ext cx="6903720" cy="115214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分割で浮く計算は 数 ms (単コア 5〜10 ms の半分)。リンクが張れている間の往復も 数 ms。</a:t>
            </a:r>
          </a:p>
          <a:p>
            <a:pPr algn="l">
              <a:spcAft>
                <a:spcPts val="9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差し引きで通信のほうが勝つ = N=32 では分散する意味がない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407 ms の RTT は 100 回連続プローブ中の値で、GEMM 実行中のレイテンシではない。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省電力 (sniff) に落ちた状態から叩き起こすとここまで伸びる (タップ再実行の 128 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1115568"/>
            <a:ext cx="4078224" cy="43708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90688" y="1627632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90688" y="1664208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1938528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 × 32³ ≒ 65,000 flop を半分に
→  数 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90688" y="2560320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90688" y="2596896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2871215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リンクが生きていれば 数 ms
→  ① とほぼ相殺、むしろ負け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0688" y="3493008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90688" y="3529584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3803904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7536" y="4517136"/>
            <a:ext cx="3858768" cy="877824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個の地雷のうち、計算に起因するものはゼロ。全部が電源・接続・RTOS・SDK の仕様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の上限は N≈128。そこまでで通信コストを償却できるかは未検証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で書いたベンチが、無改変で耳の中で PASS した (OpenMP は互換スタブ)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(単コア 5〜10 ms → 2 ノード 12〜13 ms) — 理由は定量的に説明できる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8594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594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268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4268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5980176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053328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(2,643 行) にあります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