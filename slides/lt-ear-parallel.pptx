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OpenMP」。今回はこの標準的な書き方をそのまま持ち込むのがテーマ。OpenMP 側は API だけ揃えた段階。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を挿したまま」ではなく「耳に入れたまま」に近づいたことを強調する。rank は固定、IBRT のロールは起動ごとに入れ替わる。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(ハードリビジョン差)。「完全オープンソース」とは言わない — IBRT/BT スタック中核はソースが無い。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どこまでが標準 API で、どこからが自作かを一目で見せる。bench/ は本物の OpenMPI でもそのままビルドできる。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つの世界をまたがないと 1 回も試せない、という絵。「WSL の中の Docker の中の GCC で焼いて、Windows の Python で受ける」で笑いが取れる。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「ヘッダを信じるな、リンクされるバイナリを信じろ」。300 / 672 / 512 の 3 つの数字を並べるのがこのスライドの山。時間を使うところ。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「組み込みは電源とペアリングで死ぬ」は共感ポイント。MMFAR の値が構造体オフセットと一致した話は必ず言う。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「32768 = 32³。全要素 1 の行列積は整数値しか通らないので float32 で厳密に一致する。誤差 1 ulp も許さない判定」は必ず言う。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「耳を 5 回叩くと両バッズで行列積が走り、実行ログが Bluetooth で PC に流れてくる」で締める。PASS 行そのものが飛んだとは言わない。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「速くなりませんでした」で終わらせず、なぜ遅いかが定量的に説明できることを成果にする。ここが最大の山場。表を指す前に口頭でオチを言う。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03120"/>
            <a:ext cx="11185855" cy="64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59152"/>
            <a:ext cx="1118585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5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39312"/>
            <a:ext cx="1118585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1596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6177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8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52144"/>
            <a:ext cx="3749039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3749039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[                ]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TamichiRyuto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8848" y="1152144"/>
            <a:ext cx="7189927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591056"/>
            <a:ext cx="7189927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ワイヤレスイヤホン 2 個を、2 ノードの計算クラスタにした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を自作し、イヤホン同士の Bluetooth リンクに載せた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のベンチを、1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右 = rank 0 / 左 = rank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8594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298594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8594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268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4268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4268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ヘッダ 300 / バイナリ 672 / 実測 512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920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8594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2026-08-18 → 09-01 の 2 週間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48920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71215"/>
            <a:ext cx="4434840" cy="56692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96735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96735" y="1207008"/>
            <a:ext cx="48920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5335" y="2871215"/>
            <a:ext cx="4434840" cy="56692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24" name="Left-Right Arrow 23"/>
          <p:cNvSpPr/>
          <p:nvPr/>
        </p:nvSpPr>
        <p:spPr>
          <a:xfrm>
            <a:off x="5541264" y="1865376"/>
            <a:ext cx="1106424" cy="621792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560320"/>
            <a:ext cx="1399032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712463"/>
            <a:ext cx="111858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(MPI_Send / MPI_Recv / MPI_Barrier)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206240"/>
          <a:ext cx="5760720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237744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 (未達)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601968" y="4206240"/>
            <a:ext cx="508406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01968" y="4261103"/>
            <a:ext cx="5084064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76288" y="4663440"/>
            <a:ext cx="224028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76288" y="4663440"/>
            <a:ext cx="2240280" cy="43891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→ 行 0 .. 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08008" y="4663440"/>
            <a:ext cx="2240280" cy="43891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08008" y="4663440"/>
            <a:ext cx="2240280" cy="43891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→ 行 16 .. 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5193792"/>
            <a:ext cx="4864607" cy="512064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集約して rank 0 が checksum を検証 → PASS /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207008"/>
            <a:ext cx="4224528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4224528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MASTER
Cortex-M4F ×2  (単精度 FPU)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59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95159" y="1207008"/>
            <a:ext cx="4224528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664208"/>
            <a:ext cx="4224528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SLAVE
Cortex-M4F ×2  (単精度 FPU)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5376672" y="1664208"/>
            <a:ext cx="1426464" cy="566928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286000"/>
            <a:ext cx="1719072" cy="51206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
TWS 制御チャネル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※ rank は左右で固定。IBRT のロール (master / slave) は起動ごとに入れ替わる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88736" y="3749039"/>
            <a:ext cx="402336" cy="329184"/>
          </a:xfrm>
          <a:prstGeom prst="down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931920" y="4169663"/>
            <a:ext cx="431596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31920" y="4224528"/>
            <a:ext cx="4315968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を IBRT に載せた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逐次スタブ。2 コア目は未使用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4268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seq 番号で欠落・重複を検出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52144"/>
          <a:ext cx="672084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個ずつ、独立)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Cortex-M4F @ 最大 300 MHz / 単精度 FPU のみ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/ Flash 4 MB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— アプリ層は OSS (BT 中核は .a)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(2 Mbaud)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310128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49039"/>
            <a:ext cx="4187952" cy="129844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ttyACM1 (左)</a:t>
            </a:r>
          </a:p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が生えて、自作ファームが焼ける。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イヤホンなのに開発ボード。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6720840" cy="1417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なぜ計算機として使えるのか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93792"/>
            <a:ext cx="6720840" cy="9784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単コア GEMM が 5 〜 10 ms で回る計算資源が、耳の中に 2 個ある</a:t>
            </a:r>
          </a:p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RAM は約 330 KB 空き (2026-08-30 ビルドの .map 集計)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でやりたかった。 →  自作コードを載せる手段が見つからなかった。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92224"/>
          <a:ext cx="11185853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調べた範囲の市販 TWS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署名されていない FW を焼ける経路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手段が非公開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で焼ける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デバッグ UART が外に出ている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充電ケースが兼ねる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ヘッダで見える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846320"/>
            <a:ext cx="11185855" cy="731520"/>
          </a:xfrm>
          <a:prstGeom prst="rect">
            <a:avLst/>
          </a:prstGeom>
          <a:noFill/>
        </p:spPr>
        <p:txBody>
          <a:bodyPr wrap="square" lIns="64008" rIns="64008" tIns="38404" bIns="38404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① 〜 ③ のどれか 1 つでも欠けると、コードを書いても載せられない = 実験が成立しない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これは手元の機種と調べられた範囲の話で、すべての TWS がそうだと主張するものではない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この 5 つが揃う TWS が、探した範囲でここだけだったので購入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0936" y="1170432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499616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56816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" y="2011680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40864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サブセット (Send / Recv / Barrier / Allreduce / Isend / Wait) と OpenMP スタブ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98064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" y="2852928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182112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ホスト = pthread ループバック (TDD 用) / 実機 = 断片化 + クレジット制御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39312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6" y="3694176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023360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80560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0936" y="4535424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4864608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185855" cy="91440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33872"/>
            <a:ext cx="11185855" cy="47548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gnu++98 / 例外・RTTI 禁止   ・ ヒープ禁止・STL 禁止・静的バッファのみ   ・ double 禁止 (単精度 FPU)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開発環境 — 1 回の実験に必要なもの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2659303" cy="1956816"/>
          </a:xfrm>
          <a:prstGeom prst="rect">
            <a:avLst/>
          </a:prstGeom>
          <a:solidFill>
            <a:srgbClr val="E9F1F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2659303" cy="548640"/>
          </a:xfrm>
          <a:prstGeom prst="rect">
            <a:avLst/>
          </a:prstGeom>
          <a:solidFill>
            <a:srgbClr val="D6E6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WSL2  Ubuntu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55648"/>
            <a:ext cx="2512999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コードを書くのは全部ここ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make test → 1,788 checks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install-into-sdk.sh で SDK 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03" y="1133856"/>
            <a:ext cx="2659303" cy="1956816"/>
          </a:xfrm>
          <a:prstGeom prst="rect">
            <a:avLst/>
          </a:prstGeom>
          <a:solidFill>
            <a:srgbClr val="E4F2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5103" y="1133856"/>
            <a:ext cx="2659303" cy="548640"/>
          </a:xfrm>
          <a:prstGeom prst="rect">
            <a:avLst/>
          </a:prstGeom>
          <a:solidFill>
            <a:srgbClr val="CFE8EA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36543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8607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Docker 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55648"/>
            <a:ext cx="2512999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./start_dev.sh でコンテナ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./build.sh → open_source.bin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backup.sh で工場 FW を退避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133856"/>
            <a:ext cx="2659303" cy="1956816"/>
          </a:xfrm>
          <a:prstGeom prst="rect">
            <a:avLst/>
          </a:prstGeom>
          <a:solidFill>
            <a:srgbClr val="EEEBF7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1133856"/>
            <a:ext cx="2659303" cy="548640"/>
          </a:xfrm>
          <a:prstGeom prst="rect">
            <a:avLst/>
          </a:prstGeom>
          <a:solidFill>
            <a:srgbClr val="E1DCF1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78727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0791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0439" y="1755648"/>
            <a:ext cx="2512999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usbipd でケースを WSL へ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/dev/ttyACM0 と ttyACM1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spp_tail.py COM6 で SPP 受信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1133856"/>
            <a:ext cx="2659303" cy="1956816"/>
          </a:xfrm>
          <a:prstGeom prst="rect">
            <a:avLst/>
          </a:prstGeom>
          <a:solidFill>
            <a:srgbClr val="F8F2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29471" y="1133856"/>
            <a:ext cx="2659303" cy="548640"/>
          </a:xfrm>
          <a:prstGeom prst="rect">
            <a:avLst/>
          </a:prstGeom>
          <a:solidFill>
            <a:srgbClr val="F2E6C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0911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2975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PineBuds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2623" y="1755648"/>
            <a:ext cx="2512999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bestool write-image を左右に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出して 3 秒待って戻す = リブート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picocom -b 2000000 で観測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36976"/>
            <a:ext cx="11185855" cy="1005840"/>
          </a:xfrm>
          <a:prstGeom prst="rect">
            <a:avLst/>
          </a:prstGeom>
          <a:solidFill>
            <a:srgbClr val="F3EFF9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3236976"/>
            <a:ext cx="11185855" cy="438912"/>
          </a:xfrm>
          <a:prstGeom prst="rect">
            <a:avLst/>
          </a:prstGeom>
          <a:solidFill>
            <a:srgbClr val="E3DCF2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3255264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3236976"/>
            <a:ext cx="5852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Claude Code — 4 つの世界を横断して回す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1015" y="3236976"/>
            <a:ext cx="4937760" cy="438912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103 コミット中 102 が Co-Authored-By: Claude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12463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設計・SDK 調査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950208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プリビルト .a の逆アセンブルと nm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3458" y="3712463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TDD の運用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6338" y="3950208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Red は本体、Green はサブエージェント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1116" y="3712463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実機ランの監視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3996" y="3950208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UART / SPP を監視して docs に反映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11185855" cy="14813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02920" y="4389120"/>
            <a:ext cx="11185855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2920" y="4389120"/>
            <a:ext cx="11185855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サイクル — 4 つの世界を 1 周しないと 1 回も試せない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書く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345893" y="5056632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592781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592781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ホストで緑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4161434" y="5056632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408322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08322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SDK に配置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976975" y="5056632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223863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23863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ビルド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7792516" y="5056632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8039404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39404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⑤ 焼く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608058" y="5056632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9854946" y="4919472"/>
            <a:ext cx="1559509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854946" y="4919472"/>
            <a:ext cx="1559509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⑥ 耳で観る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5522976"/>
            <a:ext cx="111858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② が緑にならないうちは ④ に進まない — 焼いてから気づくと左右 2 個ぶんやり直し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998464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 の中の Docker の中の GCC でビルドして、Windows の Python で結果を受ける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左右リンクの本体は inc/ と lib/ しか無い = プリビルトの .a しか無い → 仕様が読めない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静的ライブラリを逆アセンブルして、仕様を実物から確定した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505456"/>
          <a:ext cx="11185853" cy="14264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3994"/>
                <a:gridCol w="2933994"/>
                <a:gridCol w="531786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BT スタック本体のループ (止めると全部止まる)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ヘッダの定数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2978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978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バイナリの assert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3036" y="4169663"/>
            <a:ext cx="3545738" cy="10058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43036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実測値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21808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起動時に 4 → 64 → … → 668 B を掃引して上限を実測。256 B 超はフレームに分割し、in-flight を 536 B に抑える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ヘッダを信じるな。リンクされるバイナリを信じろ。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7040878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09353"/>
                <a:gridCol w="3029215"/>
                <a:gridCol w="360231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でスレッドが自分自身を終了させると壊れる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充電イベントのリセット設定の副作用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満充電シャットダウン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inquiry scan を出さない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回の接続で CONNECTED が 2 回上がる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1115568"/>
            <a:ext cx="3913632" cy="237744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0" y="1170432"/>
            <a:ext cx="3913632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2 : 毎ブート・17.5 秒周期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499616"/>
            <a:ext cx="3913632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639312"/>
            <a:ext cx="3913632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078224"/>
            <a:ext cx="3913632" cy="10241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RTOS のスレッド構造体の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フィールドのオフセットと一致。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終了済みスレッドを触っていた。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計算に起因する地雷はゼロ。全部が電源・接続・RTOS。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266944"/>
            <a:ext cx="3913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純ロジックは全部ホストのテストを先に書いた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553212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5532120" cy="1664207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ログをリングバッファに積み、Bluetooth の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シリアルポート (SPP) で PC に流す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seq 番号で欠落・重複を機械検出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 = 原理的に USB は不要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773936"/>
            <a:ext cx="54864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212848"/>
            <a:ext cx="5486400" cy="1664207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タッチパッドは電源キー入力。ジェスチャは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SDK がソフトで判定している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連・長押しは既存機能で満杯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空いていた 5 連タップを奪った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44952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02482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02482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2482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左右間の制御チャネルに
5 バイトを 1 本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4514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302044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2044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2044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待機セマフォを解放して
計算に入る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4076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201607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201607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607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rank 0 が checksum を
検証して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742432"/>
            <a:ext cx="111858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実行中の連打は捨てる。相手の START が落ちたら、タップした側だけが縮退して完走する。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903720" cy="38404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6903720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4 — ケース内・充電起動・両バッズ同時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6903720" cy="345643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checksum=32768.000000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expect  =32768.000000  PASS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tx=2 rx=4 err=0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 / frames tx=2 rx=2 err=0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2560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824" y="1664208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1655064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本当に 2 ノードで走った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157984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2148840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2651760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42616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3145536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136392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回・送信失敗 0 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840480"/>
            <a:ext cx="4078224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279392"/>
            <a:ext cx="4078224" cy="14813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全要素 1 の行列積は整数値しか通らない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989320" cy="24688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989320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12 : Bluetooth で PC が受けたログ (欠落・重複ゼロ)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5989320" cy="208483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115568"/>
          <a:ext cx="5010910" cy="25237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1196"/>
                <a:gridCol w="1758214"/>
                <a:gridCol w="1494482"/>
                <a:gridCol w="96701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749039"/>
            <a:ext cx="5989320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elapsed のばらつきの読み方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87952"/>
            <a:ext cx="5989320" cy="12070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タップした側が先に走り、相手は START の伝搬を待って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合流する。だからタップした側の elapsed が伸びる。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749039"/>
            <a:ext cx="5010912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正直な注記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187952"/>
            <a:ext cx="5010912" cy="12070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このランで PC に出たのは左 (rank 1) のログだけ。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slave 側の送信はスタック上は成功扱いなのに電波に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乗らず、rank 0 の行は UART にしか出ない (未解決)。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回叩くと両バッズで行列積が走り、実行ログが Bluetooth 経由で PC に流れてくる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03720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16302"/>
                <a:gridCol w="1898523"/>
                <a:gridCol w="25888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基準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通信込み。遅くなった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ランごとに大きく変動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3127248"/>
            <a:ext cx="6903720" cy="1042415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3236976"/>
            <a:ext cx="6903720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12463"/>
            <a:ext cx="690372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34256"/>
            <a:ext cx="6903720" cy="14447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334256"/>
            <a:ext cx="69037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334256"/>
            <a:ext cx="69037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407 ms 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73168"/>
            <a:ext cx="6903720" cy="1005840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407 ms は 100 回連続プローブ中の値で、GEMM 実行中の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レイテンシではない。省電力状態から叩き起こすとここまで伸びる。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46634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= この実験の本題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170078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90688" y="175564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206654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65,000 flop を半分に
→  数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0688" y="270662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90688" y="276148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307238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リンクが生きていても 数 ms
→  ① とほぼ相殺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90688" y="371246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90688" y="376732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07822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4828032"/>
            <a:ext cx="3858768" cy="841248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852160"/>
            <a:ext cx="11185855" cy="53035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11185855" cy="530352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974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noFill/>
        </p:spPr>
        <p:txBody>
          <a:bodyPr wrap="square" lIns="146304" rIns="146304" tIns="87782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556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173736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10312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本物の OpenMPI でも自作アダプタでも無改変でビルドでき、結果も一致した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5292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283464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20040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逆アセンブルで、ヘッダと食い違う実挙動を根拠付きで確定できた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95020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393192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9768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踏んだ地雷は全部が電源・接続・RTOS・SDK の仕様だった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04748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" y="502920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できる形に切ると強い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5394959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実機で 1 回試す前に 1,788 checks。実機バグもテストに落として直した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9743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noFill/>
        </p:spPr>
        <p:txBody>
          <a:bodyPr wrap="square" lIns="146304" rIns="146304" tIns="87782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7556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9351" y="173736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9351" y="210312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OpenMP は逐次スタブのまま。2 個目のコアは音声処理と取り合いになる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285292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9351" y="283464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9351" y="320040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片方が master のときしか PC に届かない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395020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9351" y="393192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9351" y="429768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「使いながら裏で計算」はまだ道半ば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1879" y="504748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9351" y="502920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を大きくした時の挙動は未計測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9351" y="5394959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RAM の上限は N≈128。そこで逆転するかは未検証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2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1136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249424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のベンチが、無改変で耳の中で PASS 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7977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厳密一致 / 両バッズ size=2 / EXCEPTION 0 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39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3310127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で PC にワイヤレス配信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22191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840479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— が、理由は定量的に説明できる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2 個目のコアを音声処理と
どう分け合うかが論点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8594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8594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境界だけを交換する問題なら
通信量が小さい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268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268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本当に「使いながら裏で計算」
させる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27648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