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+ OpenMP で書かれた GEMM ベンチを、1 行も変えずに実機で PASS させた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– 13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GEMM N=32 を 2 ノードで実行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78 commits / 2 週間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3" name="Left-Right Arrow 22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IBRT_MASTER
Cortex-M4F ×2  (単精度 FPU)
SRAM 992 KB  /  Flash 4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IBRT_SLAVE
Cortex-M4F ×2  (単精度 FPU)
SRAM 992 KB  /  Flash 4 MB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TWS 制御チャネル
cmdcode 0x8201 (自作)
実効 512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054096"/>
            <a:ext cx="10259568" cy="45720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0120" y="3054096"/>
            <a:ext cx="10259568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—  USB ケーブルを抜いても計算結果が PC に届く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88736" y="3584448"/>
            <a:ext cx="402336" cy="329184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完全オープンソース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空き / Flash 約 3.2 MB 空き (.map 集計)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98079" y="1133856"/>
            <a:ext cx="4187952" cy="141732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79" y="1133856"/>
            <a:ext cx="4187952" cy="141732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697480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269748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79" y="269748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081528"/>
            <a:ext cx="4187952" cy="15361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773168"/>
            <a:ext cx="4187952" cy="129844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79" y="4773168"/>
            <a:ext cx="4187952" cy="129844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当初は手持ちの一般的な TWS イヤホンでやりたかった。 →  自作コードを載せる手段が「ゼロ」だった。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一般的な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署名検証で拒否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無い ( = 終わり 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が実質ここだけだったので購入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161288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83664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929384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2848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と OpenMP スタブ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697479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465576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87952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33672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17136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10912"/>
            <a:ext cx="6903720" cy="38404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2,601 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1115568"/>
            <a:ext cx="4078224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1499616"/>
            <a:ext cx="4078224" cy="17190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C++11 以降が使えない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ヒープ禁止・STL 禁止・静的バッファのみ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のみ)。リテラルは 1.0f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make check98 で機械的に担保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346704"/>
            <a:ext cx="4078224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607808" y="3346704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607808" y="3346704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検証戦略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3730752"/>
            <a:ext cx="4078224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ホストで 1,788 checks (8 バイナリ)</a:t>
            </a:r>
          </a:p>
          <a:p>
            <a:pPr algn="l">
              <a:spcAft>
                <a:spcPts val="9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実機に焼く前に全部を緑にする運用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ゴールデンリファレンス照合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bench/ の同一ソースを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(a) 本物の OpenMPI + libgomp (np=1 / np=2)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(b) 自作アダプタ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の両方でビルド実行 → 3 経路すべて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checksum=32768.000000 一致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512 B 超は断片化 + クレジット制御 (W=2)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in-flight を 536 B に抑える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ヘッダの 300 でも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 は 5.5 KB (合計 22.7 KB)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115568"/>
            <a:ext cx="4050791" cy="3246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両バッズ・毎ブート再現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426464"/>
            <a:ext cx="4050791" cy="293522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PC =002AC1BE, ExceptionNumber=-12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XPSR=2100000B    ; IPSR=0x0B = SVCall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FaultInfo : (MemFault)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 &lt;- 次が居ない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4517136"/>
            <a:ext cx="4050791" cy="16276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5240" y="451713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5240" y="451713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901184"/>
            <a:ext cx="4050791" cy="124358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修正は全部ホストのテストに落としてから直した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実機で試す前に 1,788 checks を緑にする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SPP の重複送信バグも 5 本のテストを先に書いた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 (RFCOMM)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PC 側は spp_tail.py COM6 で受けるだけ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#&lt;seq&gt; 番号で欠落・重複を機械検出できる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結果: USB を抜いても PASS 行が PC に届く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app_key_compute_run
event 12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タップした側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[mpi] run #1
trigger=local peer_notified=1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相手側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[mpi] run #1
trigger=peer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両バッズで GEMM-MPI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rank 0 が checksum 検証
[mpi] run #1 done rank=0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START フレームは既存の cmdcode 0x8201 に kind 5 を足しただけ ( [kind, seq LE32] の 5 バイト )。実行中の連打は捨てる。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48463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6903720" cy="453542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115568"/>
            <a:ext cx="4078224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6 項目 — すべて充足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15727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15727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6" y="2029967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2029967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4871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4871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7536" y="29443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0144" y="29443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 フレーム (cmdcode 0x8201) の送信失敗 0 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6" y="34015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34015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### EXCEPTION ###  0 回・リブート無し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38587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38587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init_done=1 (BT スタックが本当に上がっている)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553712"/>
            <a:ext cx="4078224" cy="15910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07808" y="455371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07808" y="455371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8" y="4937760"/>
            <a:ext cx="4078224" cy="12070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85615"/>
            <a:ext cx="501091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elapsed のばらつきの読み方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169663"/>
            <a:ext cx="5010912" cy="15361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逆に相手からの START で後から合流した #2 は 5 ms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起動時ラン (12 ms) より速い = クロック引き上げが効いている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を抜いた状態で、耳を 5 回叩くと
両バッズで行列積が走り、結果が PC に流れてくる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03719" cy="34564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2157412"/>
                <a:gridCol w="250259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9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並列化して遅くなっている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RTT (100 回)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min 44 / avg 169 / max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sniff 復帰待ちで大きく揺れる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追加 RAM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5.5 KB (合計 22.7 KB)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残 330 KB に対して余裕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ホストテスト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1,788 checks / 8 バイナリ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焼く前に全部緑にする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コード規模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アダプタ 926 / 統合 1,656 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テスト 1,846 行 — 本体より多い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設計ドキュメント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2,601 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大半が逆アセンブル結果の記録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07808" y="1115568"/>
            <a:ext cx="4078224" cy="41605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790688" y="1664208"/>
            <a:ext cx="371246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90688" y="1700784"/>
            <a:ext cx="3712463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N=32 GEMM の計算量
2 × 32³ ≒ 65,000 flop  →  数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560320"/>
            <a:ext cx="371246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90688" y="2596896"/>
            <a:ext cx="3712463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左右間 1 往復のレイテンシ
44 〜 407 ms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445752" y="3401568"/>
            <a:ext cx="402336" cy="292608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17536" y="3749039"/>
            <a:ext cx="3858768" cy="141732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通信 1 回で、計算 100 回ぶんの時間が飛ぶ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「計算量 / 通信量」が小さい問題を分散しては いけない — HPC の教科書どおりの結論を、耳の中で再現してしまった。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N を大きくすれば逆転するが、今度は RAM (330 KB) が先に尽きる。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440680"/>
            <a:ext cx="69037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5440680"/>
            <a:ext cx="6903720" cy="65836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速くはならなかった。が、なぜ遅いのかを 定量的に説明できる状態にはなった。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個の地雷のうち、計算に起因するものはゼロ。全部が電源・ペアリング・RTOS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が上限で、N=128 程度まで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+ OpenMP で書いたベンチが、無改変で耳の中で PASS 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(通信 407 ms vs 計算 数 ms) — が、その理由は定量的に説明できる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8594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298594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8594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594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268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94268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94268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4268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5742432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587044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(2,601 行) にあります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