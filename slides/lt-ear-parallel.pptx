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つかみ:「イヤホンはコンピュータである」。BES2300YP は Cortex-M4F が 2 個載ったれっきとした MCU。音を鳴らしていない時間、CPU は暇をしている。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3 行と 6 個の数字だけ持ち帰ってもらえれば成功。「速くなった」とは一言も言っていないことに注意。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HPC の定石「ノード間は MPI、ノード内は OpenMP」のハイブリッド構成。今回はこの標準的な書き方をそのまま持ち込むのがテーマ。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「USB を挿したまま」ではなく「耳に入れたまま」に近づいたことを強調する。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手元の個体のケースは Wiki 記載の CH342DS ではなく CH347 だった (ハードリビジョン差)。どちらも CDC-ACM なので手順は同じ。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「Linux が動くイヤホン」ではなく「自分のコードを載せられるイヤホン」を探した、という話。文鎮化リスクは共感を得やすい。実際いちばん最初にやったのは工場ファームの全量バックアップ。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「アダプタが嘘をついていないこと」を本物の OpenMPI との一致で担保した、というのが一番言いたい設計判断。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「ヘッダを信じるな、リンクされるバイナリを信じろ」。ここは技術者ウケが良いはず。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逆アセンブルではなく nm でシンボル解決して犯人を特定した、という小ネタも入る。「組み込みは電源とペアリングで死ぬ」は共感ポイント。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デモ的に一番「おっ」となるところ。ケースの中でもタッチは反応する。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32768 = 32³。全要素 1 の行列積は整数値しか通らないので float32 で厳密に一致する。誤差 1 ulp も許さない判定にしてある、は必ず言う。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「イヤホンをトントントントントンと叩くと、両耳で行列積が走って、結果が Bluetooth で PC に飛ぶ」で締める。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「速くなりませんでした」で終わらせず、なぜ遅いかが定量的に説明できることを成果として出す。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できていないことを先に自分で言い切ると、質疑が建設的になる。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締め:「みなさんの耳にも、暇をしている Cortex-M4F が 2 個入っています」。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148840"/>
            <a:ext cx="11185855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395728"/>
            <a:ext cx="1118585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耳で並列計算してみた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611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夏休みの自由研究 — ワイヤレスイヤホン 2 個を MPI クラスタにする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224528"/>
            <a:ext cx="11185855" cy="3657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452628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[ 発表者名 ] / [ 所属 ]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github.com/TamichiRyuto/pine-buds-cluster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1175" y="452628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LT 8 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自己紹介 &amp; サマリ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88720"/>
            <a:ext cx="3703320" cy="2331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37033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37033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発表者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3703320" cy="1947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名前:    [                    ]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所属:    [                    ]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普段:    [                    ]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GitHub:  TamichiRyuto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1188720"/>
            <a:ext cx="7208215" cy="23317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480560" y="1188720"/>
            <a:ext cx="7208215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480560" y="1188720"/>
            <a:ext cx="7208215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 行サマリ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572768"/>
            <a:ext cx="7208215" cy="19476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1.  左右のワイヤレスイヤホン 2 個を、2 ノードの計算クラスタにした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2.  MPI のサブセットを自作し、イヤホン同士の Bluetooth リンク (IBRT) に載せた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3.  標準 MPI + OpenMP で書かれた GEMM ベンチを、1 行も変えずに実機で PASS させた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0390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02920" y="389534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2 ノード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37997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右バッズ = rank 0 / 左バッズ = rank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8594" y="380390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8594" y="389534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 = 32768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8594" y="437997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float32 で厳密一致 → PASS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4268" y="380390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094268" y="389534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12 – 13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4268" y="437997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GEMM N=32 を 2 ノードで実行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99262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2920" y="508406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1,788 checks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56869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実機に焼く前のホストテスト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8594" y="499262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298594" y="508406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8594" y="556869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耳を叩くと両バッズで再実行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4268" y="4992624"/>
            <a:ext cx="3594506" cy="1042415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094268" y="5084064"/>
            <a:ext cx="3594506" cy="47548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78 commits / 2 週間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4268" y="5568696"/>
            <a:ext cx="3594506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2026-08-18 → 09-01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並列計算のおさらい — MPI と OpenMP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2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33856"/>
            <a:ext cx="4892040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489204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 A  (メモリ空間 A)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0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108960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2231136"/>
            <a:ext cx="4160520" cy="3657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" y="2231136"/>
            <a:ext cx="4160520" cy="365760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同じ配列を共有 (共有メモリ)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88336"/>
            <a:ext cx="4343400" cy="548640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スレッドレベル並列 = OpenMP
#pragma omp parallel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96735" y="1133856"/>
            <a:ext cx="4892040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96735" y="1188720"/>
            <a:ext cx="489204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 B  (メモリ空間 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2495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62495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02775" y="1572768"/>
            <a:ext cx="1920240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02775" y="1572768"/>
            <a:ext cx="1920240" cy="56692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コア 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62495" y="2231136"/>
            <a:ext cx="4160520" cy="3657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162495" y="2231136"/>
            <a:ext cx="4160520" cy="365760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同じ配列を共有 (共有メモリ)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71055" y="2688336"/>
            <a:ext cx="4343400" cy="548640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スレッドレベル並列 = OpenMP
#pragma omp parallel for</a:t>
            </a:r>
          </a:p>
        </p:txBody>
      </p:sp>
      <p:sp>
        <p:nvSpPr>
          <p:cNvPr id="23" name="Left-Right Arrow 22"/>
          <p:cNvSpPr/>
          <p:nvPr/>
        </p:nvSpPr>
        <p:spPr>
          <a:xfrm>
            <a:off x="5541264" y="1792224"/>
            <a:ext cx="1106424" cy="566928"/>
          </a:xfrm>
          <a:prstGeom prst="left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3248" y="2432304"/>
            <a:ext cx="1362456" cy="64008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メモリが
物理的に別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419856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クラスタレベル並列 = MPI :  明示的にメッセージを送り合う — MPI_Send / MPI_Recv / MPI_Barrier / MPI_Allreduce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2920" y="3877056"/>
          <a:ext cx="5760719" cy="19751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89713"/>
                <a:gridCol w="2235503"/>
                <a:gridCol w="223550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/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OpenMP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MPI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単位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スレッド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プロセス (ランク)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メモリ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共有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分散 (別空間)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#pragma omp parallel for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MPI_Send / MPI_Recv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コスト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安い (ns 〜 μs)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高い (μs 〜 ms)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今回の担当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イヤホン内の 2 コア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イヤホン間 (左 ⇄ 右)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601968" y="3877056"/>
            <a:ext cx="5084064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601968" y="3922776"/>
            <a:ext cx="5084064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GEMM (行列積) を 2 ランクに分ける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39128" y="4242816"/>
            <a:ext cx="1737360" cy="45720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 = A · B
N = 32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76488" y="4261104"/>
            <a:ext cx="30175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476488" y="4261104"/>
            <a:ext cx="3017520" cy="38404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0  →  行 0 .. 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76488" y="4681728"/>
            <a:ext cx="3017520" cy="3840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76488" y="4681728"/>
            <a:ext cx="3017520" cy="384048"/>
          </a:xfrm>
          <a:prstGeom prst="rect">
            <a:avLst/>
          </a:prstGeom>
          <a:noFill/>
        </p:spPr>
        <p:txBody>
          <a:bodyPr wrap="square" lIns="27432" rIns="27432" tIns="16459" bIns="16459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1  →  行 16 .. 31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9756648" y="5120640"/>
            <a:ext cx="402336" cy="310896"/>
          </a:xfrm>
          <a:prstGeom prst="down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711696" y="5468112"/>
            <a:ext cx="4864607" cy="658368"/>
          </a:xfrm>
          <a:prstGeom prst="rect">
            <a:avLst/>
          </a:prstGeom>
          <a:noFill/>
        </p:spPr>
        <p:txBody>
          <a:bodyPr wrap="square" lIns="27432" rIns="27432" tIns="16459" bIns="16459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MPI_Send / MPI_Recv で結果を集約し、
rank 0 が全体の checksum を検証して PASS / FAIL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今回のクラスタ構成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3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960120" y="1133856"/>
            <a:ext cx="4224528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207008"/>
            <a:ext cx="422452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右バッズ   rank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09344"/>
            <a:ext cx="422452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BES2300YP   /   IBRT_MASTER
Cortex-M4F ×2  (単精度 FPU)
SRAM 992 KB  /  Flash 4 MB</a:t>
            </a:r>
          </a:p>
        </p:txBody>
      </p:sp>
      <p:sp>
        <p:nvSpPr>
          <p:cNvPr id="8" name="Rectangle 7"/>
          <p:cNvSpPr/>
          <p:nvPr/>
        </p:nvSpPr>
        <p:spPr>
          <a:xfrm>
            <a:off x="6995159" y="1133856"/>
            <a:ext cx="4224528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95159" y="1207008"/>
            <a:ext cx="4224528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左バッズ   rank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59" y="1609344"/>
            <a:ext cx="4224528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BES2300YP   /   IBRT_SLAVE
Cortex-M4F ×2  (単精度 FPU)
SRAM 992 KB  /  Flash 4 MB</a:t>
            </a:r>
          </a:p>
        </p:txBody>
      </p:sp>
      <p:sp>
        <p:nvSpPr>
          <p:cNvPr id="11" name="Left-Right Arrow 10"/>
          <p:cNvSpPr/>
          <p:nvPr/>
        </p:nvSpPr>
        <p:spPr>
          <a:xfrm>
            <a:off x="5376672" y="1700784"/>
            <a:ext cx="1426464" cy="512064"/>
          </a:xfrm>
          <a:prstGeom prst="left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/>
          <a:lstStyle/>
          <a:p>
            <a:pPr algn="ctr"/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IBRT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2249424"/>
            <a:ext cx="1719072" cy="56692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TWS 制御チャネル
cmdcode 0x8201 (自作)
実効 512 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3054096"/>
            <a:ext cx="10259568" cy="45720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0120" y="3054096"/>
            <a:ext cx="10259568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Bluetooth SPP (自作ログチャネル)  —  USB ケーブルを抜いても計算結果が PC に届く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888736" y="3584448"/>
            <a:ext cx="402336" cy="329184"/>
          </a:xfrm>
          <a:prstGeom prst="down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931920" y="3986784"/>
            <a:ext cx="431596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931920" y="4041648"/>
            <a:ext cx="4315968" cy="31089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Windows PC   (COM6)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352544"/>
            <a:ext cx="4315968" cy="40233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#23 GEMM-MPI ... PASS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047488"/>
            <a:ext cx="3594506" cy="120700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02920" y="5047488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02920" y="5047488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ノード間 = MPI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431536"/>
            <a:ext cx="3594506" cy="82296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自作 MPI サブセットを IBRT (イヤホン同士の
TWS リンク) に載せた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8594" y="5047488"/>
            <a:ext cx="3594506" cy="120700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4298594" y="5047488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98594" y="5047488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ノード内 = OpenMP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8594" y="5431536"/>
            <a:ext cx="3594506" cy="82296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Stage-1 は逐次スタブ。API だけ本物と同じ。
2 コア目は今回未使用 ← 正直に言う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4268" y="5047488"/>
            <a:ext cx="3594506" cy="120700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8094268" y="5047488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094268" y="5047488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観測 = SPP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4268" y="5431536"/>
            <a:ext cx="3594506" cy="82296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ログをリングに積んで RFCOMM で PC へ。
seq 番号で欠落・重複を機械検出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実験機材: PineBuds Pro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4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33856"/>
          <a:ext cx="6720840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34440"/>
                <a:gridCol w="548640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項目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値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SoC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Bestechnic BES2300YP (左右に 1 個ずつ、完全に独立)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CPU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Dual-core ARM Cortex-M4F @ 最大 300 MHz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FPU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単精度のみ — double はソフトエミュ = 実質禁止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メモリ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SRAM 992 KB (+ BT 共有 64 KB) / Flash 4 MB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ファーム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OpenPineBuds (pine64) — 完全オープンソース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ビルド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Docker + Make、gnu++98 / -fno-exceptions / -fno-rtti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デバッグ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充電ケースが USB → デュアル UART を兼ねる (2 Mbaud)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実測残量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RAM 約 330 KB 空き / Flash 約 3.2 MB 空き (.map 集計)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位置づけ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実売 1 万円前後、普通に音楽が聴ける TWS イヤホン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98079" y="1133856"/>
            <a:ext cx="4187952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98079" y="1133856"/>
            <a:ext cx="4187952" cy="192024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[  PineBuds Pro の写真をここに  ]
slides/assets/pinebuds.jpg を置いて
scripts/make_lt_pptx.py を再実行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3200400"/>
            <a:ext cx="4187952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79" y="3200400"/>
            <a:ext cx="4187952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79" y="3200400"/>
            <a:ext cx="4187952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つまり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584448"/>
            <a:ext cx="4187952" cy="135331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ケースに USB-C を挿すと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/dev/ttyACM0 (右) と /dev/ttyACM1 (左)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が生えて、bestool write-image で自作ファームが焼ける。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イヤホンなのに、開発ボードとして完結している。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5084064"/>
            <a:ext cx="4187952" cy="1170432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98079" y="5084064"/>
            <a:ext cx="4187952" cy="11704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$ picocom -b 2000000 /dev/ttyACM0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[ctor] GlobalProbe constructed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hello, C++ from PineBuds (core=0)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 ... checksum=32768.000000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なぜ「普通のワイヤレスイヤホン」ではダメだったのか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5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11185855" cy="47548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85855" cy="47548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当初は手持ちの一般的な TWS イヤホンでやりたかった。 →  自作コードを載せる手段が「ゼロ」だった。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73936"/>
          <a:ext cx="11185853" cy="230428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134490"/>
                <a:gridCol w="2842307"/>
                <a:gridCol w="320905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自作コードをイヤホンで動かすのに必要なもの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一般的な TWS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PineBuds Pro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① ファームウェアのソース / SDK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非公開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OSS (OpenPineBuds)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② 書き込み経路 (署名されていない FW を焼ける)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署名検証で拒否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bestool で普通に焼ける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③ 標準出力 = デバッグ UART が外に出ている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出ていない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充電ケースが UART を兼ねる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④ 左右間リンクを叩ける API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非公開の独自 TWS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IBRT の API がヘッダに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⑤ 文鎮化したときの復旧手段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A32B22"/>
                          </a:solidFill>
                          <a:latin typeface="Meiryo"/>
                          <a:ea typeface="Meiryo"/>
                          <a:cs typeface="Meiryo"/>
                        </a:rPr>
                        <a:t>✗  無い ( = 終わり 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E6B3A"/>
                          </a:solidFill>
                          <a:latin typeface="Meiryo"/>
                          <a:ea typeface="Meiryo"/>
                          <a:cs typeface="Meiryo"/>
                        </a:rPr>
                        <a:t>✓  工場 FW + 純正ライタが配布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617720"/>
            <a:ext cx="11185855" cy="868680"/>
          </a:xfrm>
          <a:prstGeom prst="rect">
            <a:avLst/>
          </a:prstGeom>
          <a:noFill/>
        </p:spPr>
        <p:txBody>
          <a:bodyPr wrap="square" lIns="54864" rIns="54864" tIns="32918" bIns="3291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① 〜 ③ のどれか 1 つでも欠けると「コードを書いても載せられない」ので、実験自体が成立しない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一般的な TWS は音質・ANC・電池のために作られていて、ユーザーが計算を載せる想定がそもそも無い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分解して SWD を引き出す道もあるが、左右 2 個を同じ状態に保って何十回も焼き直す用途には向かない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577840"/>
            <a:ext cx="11185855" cy="56692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02920" y="5577840"/>
            <a:ext cx="11185855" cy="56692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 「オープンソースファーム」と「ケースが UART プログラマ」を両立している TWS が実質ここだけだったので購入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やったこと — 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6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6903720" cy="69494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1161288"/>
            <a:ext cx="6720840" cy="29260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bench/gemm_mpi_omp.cpp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44752"/>
            <a:ext cx="672084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標準 MPI + OpenMP API で書いた GEMM。実機用に 1 行も書き換えない ← これが要件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83664"/>
            <a:ext cx="6903720" cy="69494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4360" y="1929384"/>
            <a:ext cx="6720840" cy="29260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adapters/mpi/  +  adapters/omp/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12848"/>
            <a:ext cx="672084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自作 MPI サブセット (Init/Send/Recv/Barrier/Allreduce/Isend/Irecv/Wait) と OpenMP スタブ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51760"/>
            <a:ext cx="6903720" cy="69494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2697479"/>
            <a:ext cx="6720840" cy="29260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transport seam (関数ポインタ 1 枚)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980944"/>
            <a:ext cx="672084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ホスト = pthread ループバック (TDD 用) / 実機 = mpi_frag (断片化 + クレジット制御)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419856"/>
            <a:ext cx="6903720" cy="69494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360" y="3465576"/>
            <a:ext cx="6720840" cy="29260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firmware/pinebuds_compute/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749040"/>
            <a:ext cx="672084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IBRT glue / SPP ログチャネル / 5 連タップ起動の調停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87952"/>
            <a:ext cx="6903720" cy="69494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33672"/>
            <a:ext cx="6720840" cy="29260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OpenPineBuds SDK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517136"/>
            <a:ext cx="6720840" cy="329184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IBRT (TWS 制御) · BESAUD · RTX (CMSIS-RTOS v1)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010912"/>
            <a:ext cx="6903720" cy="384048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規模: adapters 926 行 / firmware 統合 1,656 行 / tests 1,846 行 / 設計ドキュメント 2,601 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1115568"/>
            <a:ext cx="4078224" cy="21031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SDK に合わせるしかない制約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1499616"/>
            <a:ext cx="4078224" cy="171907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-std=gnu++98 / -fno-exceptions / -fno-rtti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→ C++11 以降が使えない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ヒープ禁止・STL 禁止・静的バッファのみ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double 禁止 (単精度 FPU のみ)。リテラルは 1.0f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make check98 で機械的に担保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7808" y="3346704"/>
            <a:ext cx="4078224" cy="239572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7607808" y="3346704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607808" y="3346704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検証戦略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07808" y="3730752"/>
            <a:ext cx="4078224" cy="201168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ホストで 1,788 checks (8 バイナリ)</a:t>
            </a:r>
          </a:p>
          <a:p>
            <a:pPr algn="l">
              <a:spcAft>
                <a:spcPts val="9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実機に焼く前に全部を緑にする運用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ゴールデンリファレンス照合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bench/ の同一ソースを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(a) 本物の OpenMPI + libgomp (np=1 / np=2)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(b) 自作アダプタ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の両方でビルド実行 → 3 経路すべて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checksum=32768.000000 一致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① — SDK にソースが無い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7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11185855" cy="5486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85855" cy="548640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問題:  左右リンクの本体 services/ibrt_core/ には inc/ と lib/ しか無い  =  プリビルトの .a しか無い  →  仕様が読めない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73936"/>
            <a:ext cx="11185855" cy="47548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02920" y="1773936"/>
            <a:ext cx="11185855" cy="47548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やったこと:  libtws_ibrt_enhanced_stack_anc_RTX.a を逆アセンブルして、仕様を実物から確定した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2395728"/>
          <a:ext cx="11185853" cy="1536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33791"/>
                <a:gridCol w="2881205"/>
                <a:gridCol w="2711722"/>
                <a:gridCol w="3559135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調べたこと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ヘッダの記述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逆アセンブルした実体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設計への影響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送信ペイロード上限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APP_TWS_CTRL_BUFFER_MAX_LEN = 300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実行時 assert は 672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300 と 672 のどちらで切るかで設計が変わる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RX ハンドラのスレッド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記述なし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BesbtThread (BT スタック本体)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ここをブロックすると BT が全部止まる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送信ポンプ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記述なし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同じループの 1 行上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計算は別スレッドに隔離する必要がある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224528"/>
            <a:ext cx="5760720" cy="20116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02920" y="4224528"/>
            <a:ext cx="57607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02920" y="4224528"/>
            <a:ext cx="57607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確定した設計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08576"/>
            <a:ext cx="5760720" cy="16276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計算は専用スレッドに隔離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app_init 末尾で同期実行すると電源管理まで止まる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ペイロード上限は「実測で決める」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起動時に 4 → 64 → ... → 668 B を掃引するモードを実装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実測 max_payload = 512  (668 は TIMEOUT)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4224528"/>
            <a:ext cx="5193792" cy="201168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492240" y="4224528"/>
            <a:ext cx="5193792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2240" y="4224528"/>
            <a:ext cx="5193792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実装したトランスポート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608576"/>
            <a:ext cx="5193792" cy="16276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512 B 超は断片化 + クレジット制御 (W=2)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in-flight を 536 B に抑える</a:t>
            </a:r>
          </a:p>
          <a:p>
            <a:pPr algn="l">
              <a:spcAft>
                <a:spcPts val="5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ヘッダの 300 でも blob の 672 でもなかった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追加 RAM は 5.5 KB (合計 22.7 KB)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RAM 残 330 KB に対して余裕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② — 実機は 1 発では動かない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8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15568"/>
          <a:ext cx="6949440" cy="35204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08864"/>
                <a:gridCol w="2316480"/>
                <a:gridCol w="2625344"/>
                <a:gridCol w="169875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症状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原因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対処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finalize の 2 秒後に MemFault で無限リブート (17.5 秒周期)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RTX でスレッドが自分自身を終了させるとスケジューラが壊れる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return させず park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充電起動すると BT スタックが上がらない (size=1 に縮退)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CHARGER_PLUGINOUT_RESET=1 の副作用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target.mk を 0 にパッチ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走行中にリンクが切れる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充電器の PLUGIN が CLOSE_BOX を注入していた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箱イベントを遮断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起動 15 〜 60 秒で勝手に電源が落ちる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FULL_CHARGING → app_shutdown() (満充電シャットダウン)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app_shutdown() を if(0)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PC と再ペアリングできない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通常ビルドは page scan だけで inquiry scan を出さない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専用ビルドで discoverable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6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SPP ログの先頭 512 B だけ二重に届く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 回の RFCOMM open で CONNECTED が 2 回上がる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送信 FSM で重複を無視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35240" y="1115568"/>
            <a:ext cx="4050791" cy="324612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35240" y="1152144"/>
            <a:ext cx="4050791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2 : 両バッズ・毎ブート再現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426464"/>
            <a:ext cx="4050791" cy="293522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rank=0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### EXCEPTION ###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PC =002AC1BE, ExceptionNumber=-12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XPSR=2100000B    ; IPSR=0x0B = SVCall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CFSR =00000082   ; MMARVALID|DACCVIOL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FaultInfo : (MemFault)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FaultCause: (Data access violation)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Current Task    : 0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New Running Task: 255   &lt;- 次が居ない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4517136"/>
            <a:ext cx="4050791" cy="1627632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5240" y="4517136"/>
            <a:ext cx="4050791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5240" y="4517136"/>
            <a:ext cx="4050791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効いた運用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901184"/>
            <a:ext cx="4050791" cy="124358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修正は全部ホストのテストに落としてから直した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実機で試す前に 1,788 checks を緑にする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・ SPP の重複送信バグも 5 本のテストを先に書いた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413248"/>
            <a:ext cx="6949440" cy="548640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02920" y="5413248"/>
            <a:ext cx="6949440" cy="548640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6 個の地雷のうち、計算に起因するものはゼロ。全部が電源・接続・RTOS。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実装の山場 ③ — 観測をワイヤレスに / 耳で操作する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9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11185855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85855" cy="42062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USB ケーブルで繋がったイヤホンは、もはやイヤホンではない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82496"/>
            <a:ext cx="5532120" cy="239572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02920" y="1682496"/>
            <a:ext cx="553212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02920" y="1682496"/>
            <a:ext cx="553212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Bluetooth SPP に自作ログチャネルを生やす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66544"/>
            <a:ext cx="5532120" cy="201168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COMPUTE_TRACE のログ行をリングバッファに積み、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SPP (RFCOMM) で Windows に流す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PC 側は spp_tail.py COM6 で受けるだけ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#&lt;seq&gt; 番号で欠落・重複を機械検出できる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結果: USB を抜いても PASS 行が PC に届く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682496"/>
            <a:ext cx="5486400" cy="239572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99632" y="1682496"/>
            <a:ext cx="5486400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9632" y="1682496"/>
            <a:ext cx="5486400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5 連タップで GEMM を再実行する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066544"/>
            <a:ext cx="5486400" cy="201168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タッチパッドは BES2300YP の電源キー入力。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ジェスチャは SDK がソフトで判定 (hal_key.c)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単タップ 〜 4 連・長押しは既存機能で埋まっていた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→ 未割当の RAMPAGECLICK (5 連) を奪う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調停ロジックはホストで 8 テスト書いてから実装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480560"/>
            <a:ext cx="2487168" cy="12984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2920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app_key_compute_run
event 12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044952" y="4956048"/>
            <a:ext cx="302666" cy="329184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402482" y="4480560"/>
            <a:ext cx="248716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02482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タップした側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2482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[mpi] run #1
trigger=local peer_notified=1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44514" y="4956048"/>
            <a:ext cx="302666" cy="329184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302044" y="4480560"/>
            <a:ext cx="2487168" cy="12984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02044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相手側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2044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[mpi] run #1
trigger=peer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44076" y="4956048"/>
            <a:ext cx="302666" cy="329184"/>
          </a:xfrm>
          <a:prstGeom prst="right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9201607" y="4480560"/>
            <a:ext cx="248716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201607" y="4553712"/>
            <a:ext cx="2487168" cy="3291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両バッズで GEMM-MPI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1607" y="4901184"/>
            <a:ext cx="2487168" cy="786384"/>
          </a:xfrm>
          <a:prstGeom prst="rect">
            <a:avLst/>
          </a:prstGeom>
          <a:noFill/>
        </p:spPr>
        <p:txBody>
          <a:bodyPr wrap="square" lIns="36576" rIns="36576" tIns="21945" bIns="21945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000" b="0" i="0">
                <a:solidFill>
                  <a:srgbClr val="5A5A5A"/>
                </a:solidFill>
                <a:latin typeface="Consolas"/>
                <a:ea typeface="Consolas"/>
                <a:cs typeface="Consolas"/>
              </a:rPr>
              <a:t>rank 0 が checksum 検証
[mpi] run #1 done rank=0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70448"/>
            <a:ext cx="1118585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START フレームは既存の cmdcode 0x8201 に kind 5 を足しただけ ( [kind, seq LE32] の 5 バイト )。実行中の連打は捨てる。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① — 実機ログ (両バッズ / 全条件 PASS)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10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6903720" cy="484632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6903720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4  (2026-09-01)  —  ケース内・充電起動・両バッズ同時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26464"/>
            <a:ext cx="6903720" cy="453542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== 右バッズ (rank 0) ==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CHARGING PWRON!  -&gt;  bt_stack_init_done:10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side=RIGHT rank=0 nv_role=[IBRT_MASTER] init_done=1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init rank=0 size=2 link_wait=200 ms besaud=1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peer ok rank=0 peer=1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barrier ok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N=32 rank=0 size=2 checksum=32768.000000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         expect=32768.000000 PASS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elapsed=13 ms  frames tx=2 rx=4 err=0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== 左バッズ (rank 1) ==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side=LEFT rank=1 nv_role=[IBRT_SLAVE] init_done=1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init rank=1 size=2 link_wait=500 ms besaud=1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peer ok rank=1 peer=0  -&gt;  [mpi] barrier ok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send ok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frames tx=2 rx=2 err=0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finalize done rank=1</a:t>
            </a:r>
          </a:p>
        </p:txBody>
      </p:sp>
      <p:sp>
        <p:nvSpPr>
          <p:cNvPr id="8" name="Rectangle 7"/>
          <p:cNvSpPr/>
          <p:nvPr/>
        </p:nvSpPr>
        <p:spPr>
          <a:xfrm>
            <a:off x="7607808" y="1115568"/>
            <a:ext cx="4078224" cy="32918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合否条件 6 項目 — すべて充足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7536" y="1572768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1572768"/>
            <a:ext cx="36027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rank 0 / rank 1 が左右で 1 つずつ (静的 rank が設計どおり)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7536" y="2029967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2029967"/>
            <a:ext cx="36027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両側 size=2 — 縮退していない = 本当に 2 ノードで走った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7536" y="2487168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2487168"/>
            <a:ext cx="36027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checksum=32768.000000 の厳密一致 (float32 で誤差ゼロ)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17536" y="2944368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0144" y="2944368"/>
            <a:ext cx="36027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MPI フレーム (cmdcode 0x8201) の送信失敗 0 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17536" y="3401568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4" y="3401568"/>
            <a:ext cx="36027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### EXCEPTION ###  0 回・リブート無し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17536" y="3858768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4" y="3858768"/>
            <a:ext cx="360273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両側 init_done=1 (BT スタックが本当に上がっている)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7808" y="4553712"/>
            <a:ext cx="4078224" cy="1591056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07808" y="4553712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07808" y="4553712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 checksum で判定できるのか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07808" y="4937760"/>
            <a:ext cx="4078224" cy="12070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32768 = 32³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全要素 1 の行列積は C[i][j]=32 で整数値しか通らない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→ float32 でも丸め誤差がゼロ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→ 厳密一致以外を許さない判定にできる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② — ワイヤレス受信と 5 連タップ再実行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11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5989320" cy="2395728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52144"/>
            <a:ext cx="5989320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12 : Bluetooth SPP で PC が受けたログ (欠落・重複ゼロ)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26464"/>
            <a:ext cx="5989320" cy="208483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#0  [ctor] GlobalProbe constructed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  hello, C++ from PineBuds (core=0)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  GEMM float N=32  checksum=32768.000000  PASS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#3  GEMM elapsed=9 ms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#7  [mpi] peer ok rank=1 peer=0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#16 [mpi-t1] probe len=512 ok rtt=124 ms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#18 [mpi-t1] rtt n=100 min=44 avg=169 max=407 ms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#19 [mpi-t1] max_payload=512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#20 [mpi] barrier ok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#23 [mpi] finalize done rank=1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0" y="1115568"/>
          <a:ext cx="5010910" cy="2194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19967"/>
                <a:gridCol w="1731042"/>
                <a:gridCol w="1457719"/>
                <a:gridCol w="1002182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run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トリガ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結果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elapsed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起動時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自動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#1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右を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128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#3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右を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115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#4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左を 5 連タップ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PASS  size=2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83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675120" y="3474720"/>
            <a:ext cx="5010912" cy="274320"/>
          </a:xfrm>
          <a:prstGeom prst="rect">
            <a:avLst/>
          </a:prstGeom>
          <a:noFill/>
        </p:spPr>
        <p:txBody>
          <a:bodyPr wrap="square" lIns="18288" rIns="18288" tIns="10972" bIns="1097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13 : 右 = rank 0 の UART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0" y="3785615"/>
            <a:ext cx="5010912" cy="192024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675120" y="3785615"/>
            <a:ext cx="5010912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75120" y="3785615"/>
            <a:ext cx="5010912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elapsed のばらつきの読み方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4169663"/>
            <a:ext cx="5010912" cy="1536192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タップした側が先に走り出し、相手は START の伝搬待ちで合流する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→ タップした側 (rank 0) の elapsed が伸びる  (#1 / #3)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・ 逆に相手からの START で後から合流した #2 は 5 ms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   起動時ラン (12 ms) より速い = クロック引き上げが効いている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621024"/>
            <a:ext cx="5989320" cy="1828800"/>
          </a:xfrm>
          <a:prstGeom prst="rect">
            <a:avLst/>
          </a:prstGeom>
          <a:solidFill>
            <a:srgbClr val="F0F0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02920" y="3657600"/>
            <a:ext cx="5989320" cy="292608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Run 13 : 5 連タップ時の右バッズ (rank 0) UART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931920"/>
            <a:ext cx="5989320" cy="1517904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app_key_compute_run event 12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run #1 trigger=local peer_notified=1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N=32 rank=0 size=2 checksum=32768.000000 PASS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elapsed=128 ms frames tx=1 rx=1 err=0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run #1 done rank=0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[mpi] run #2 trigger=peer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GEMM-MPI elapsed=5 ms frames tx=1 rx=0 err=0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577840"/>
            <a:ext cx="5989320" cy="65836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" y="5577840"/>
            <a:ext cx="5989320" cy="658368"/>
          </a:xfrm>
          <a:prstGeom prst="rect">
            <a:avLst/>
          </a:prstGeom>
          <a:noFill/>
        </p:spPr>
        <p:txBody>
          <a:bodyPr wrap="square" lIns="73152" rIns="73152" tIns="43891" bIns="43891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USB を抜いた状態で、耳を 5 回叩くと
両バッズで行列積が走り、結果が PC に流れてくる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結果 ③ — 数字で見る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12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15568"/>
          <a:ext cx="6903719" cy="34564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43709"/>
                <a:gridCol w="2157412"/>
                <a:gridCol w="2502598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指標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実測値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コメント</a:t>
                      </a:r>
                    </a:p>
                  </a:txBody>
                  <a:tcPr marL="64008" marR="64008" marT="18288" marB="18288" anchor="ctr">
                    <a:solidFill>
                      <a:srgbClr val="E8E8E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GEMM N=32  単コア (1 ノード)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 〜 9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Phase 0.5 のゴールデン基準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GEMM N=32  2 ノード MPI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12 〜 13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並列化して遅くなっている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左右間 RTT (100 回)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min 44 / avg 169 / max 407 ms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sniff 復帰待ちで大きく揺れる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左右間 実効ペイロード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512 B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ヘッダの 300 でも blob の 672 でもない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追加 RAM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5.5 KB (合計 22.7 KB)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RAM 残 330 KB に対して余裕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ホストテスト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1,788 checks / 8 バイナリ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焼く前に全部緑にする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コード規模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アダプタ 926 / 統合 1,656 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テスト 1,846 行 — 本体より多い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設計ドキュメント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2,601 行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11111"/>
                          </a:solidFill>
                          <a:latin typeface="Meiryo"/>
                          <a:ea typeface="Meiryo"/>
                          <a:cs typeface="Meiryo"/>
                        </a:rPr>
                        <a:t>大半が逆アセンブル結果の記録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07808" y="1115568"/>
            <a:ext cx="4078224" cy="4160520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07808" y="1115568"/>
            <a:ext cx="4078224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なぜ遅いのか  =  この実験の本題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790688" y="1664208"/>
            <a:ext cx="371246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790688" y="1700784"/>
            <a:ext cx="3712463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N=32 GEMM の計算量
2 × 32³ ≒ 65,000 flop  →  数 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90688" y="2560320"/>
            <a:ext cx="371246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90688" y="2596896"/>
            <a:ext cx="3712463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左右間 1 往復のレイテンシ
44 〜 407 ms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9445752" y="3401568"/>
            <a:ext cx="402336" cy="292608"/>
          </a:xfrm>
          <a:prstGeom prst="downArrow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17536" y="3749039"/>
            <a:ext cx="3858768" cy="1417320"/>
          </a:xfrm>
          <a:prstGeom prst="rect">
            <a:avLst/>
          </a:prstGeom>
          <a:noFill/>
        </p:spPr>
        <p:txBody>
          <a:bodyPr wrap="square" lIns="54864" rIns="54864" tIns="32918" bIns="3291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通信 1 回で、計算 100 回ぶんの時間が飛ぶ</a:t>
            </a:r>
          </a:p>
          <a:p>
            <a:pPr algn="l">
              <a:spcAft>
                <a:spcPts val="80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「計算量 / 通信量」が小さい問題を分散しては いけない — HPC の教科書どおりの結論を、耳の中で再現してしまった。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N を大きくすれば逆転するが、今度は RAM (330 KB) が先に尽きる。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440680"/>
            <a:ext cx="6903720" cy="65836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2920" y="5440680"/>
            <a:ext cx="6903720" cy="658368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速くはならなかった。が、なぜ遅いのかを 定量的に説明できる状態にはなった。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わかったこと / できていないこと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13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5483199" cy="49560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483199" cy="42062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115568"/>
            <a:ext cx="5483199" cy="420624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わかったこと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645920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1627632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標準 API のまま実機に載る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1938528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bench/ のソースは本物の OpenMPI でも自作アダプタでも無改変でビルドでき、3 経路すべて checksum 一致。アダプタ境界の設計が正しかった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2761488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743200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ソースが無くても仕様は確定できる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054096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プリビルト .a の逆アセンブルで、ヘッダと食い違う実挙動 (上限 672 / RX が BT スタックスレッド) を根拠付きで確定できた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3877056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858768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組み込みの敵は計算ではない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69664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踏んだ 6 個の地雷のうち、計算に起因するものはゼロ。全部が電源・ペアリング・RTOS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992624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4974336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ホストで TDD できる形に切ると実機デバッグが激減する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5285232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実機で 1 回試す前にホストで 1,788 checks。実機で出たバグもホストのテストに落としてから直した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1115568"/>
            <a:ext cx="5483199" cy="4956048"/>
          </a:xfrm>
          <a:prstGeom prst="rect">
            <a:avLst/>
          </a:prstGeom>
          <a:solidFill>
            <a:srgbClr val="FFFFFF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05575" y="1115568"/>
            <a:ext cx="5483199" cy="42062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05575" y="1115568"/>
            <a:ext cx="5483199" cy="420624"/>
          </a:xfrm>
          <a:prstGeom prst="rect">
            <a:avLst/>
          </a:prstGeom>
          <a:noFill/>
        </p:spPr>
        <p:txBody>
          <a:bodyPr wrap="square" lIns="128016" rIns="128016" tIns="76809" bIns="76809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できていないこと (正直に)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3591" y="1645920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1627632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ノード内 2 コア並列は未達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4487" y="1938528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OpenMP は Stage-1 の逐次スタブのまま。2 個目のコア (CP) は音声処理が使っており、計算に取ると取り合いになる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3591" y="2761488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4487" y="2743200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slave 側のログが電波に乗らない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44487" y="3054096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IBRT の snoop リンクでは slave の SPP 送信がスタック上は成功扱いなのに実際には飛ばない。rank 0 が master の時しか PC に届かない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3591" y="3877056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4487" y="3858768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音楽再生との同時実行は未検証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44487" y="4169664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「イヤホンとして使いながら裏で計算」はまだ道半ば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3591" y="4992624"/>
            <a:ext cx="2926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487" y="4974336"/>
            <a:ext cx="48796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N を大きくした時のスケーリングは未計測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4487" y="5285232"/>
            <a:ext cx="4879695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RAM 330 KB が上限で、N=128 程度まで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935705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79815" y="3291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14 / 14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969264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02920" y="1115568"/>
            <a:ext cx="11185855" cy="786384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85855" cy="786384"/>
          </a:xfrm>
          <a:prstGeom prst="rect">
            <a:avLst/>
          </a:prstGeom>
          <a:noFill/>
        </p:spPr>
        <p:txBody>
          <a:bodyPr wrap="square" tIns="54864" bIns="54864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1 万円のワイヤレスイヤホン 2 個  =  2 ノードの MPI クラスタ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1396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標準 MPI + OpenMP で書いたベンチが、無改変で耳の中で PASS した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786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25968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checksum=32768.000000 厳密一致 / 両バッズ size=2 / EXCEPTION 0 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358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6B3A"/>
                </a:solidFill>
                <a:latin typeface="Meiryo"/>
                <a:ea typeface="Meiryo"/>
                <a:cs typeface="Meiryo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30540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5 連タップで再実行、結果は Bluetooth SPP で PC にワイヤレス配信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93008"/>
            <a:ext cx="3108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A32B22"/>
                </a:solidFill>
                <a:latin typeface="Meiryo"/>
                <a:ea typeface="Meiryo"/>
                <a:cs typeface="Meiryo"/>
              </a:rPr>
              <a:t>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" y="3511296"/>
            <a:ext cx="103628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速くはならなかった (通信 407 ms vs 計算 数 ms) — が、その理由は定量的に説明できる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133087"/>
            <a:ext cx="3594506" cy="12984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4133087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02920" y="4133087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① ノード内 2 コア並列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517136"/>
            <a:ext cx="3594506" cy="91440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OpenMP Stage-2。CP コアを音声処理と
どう分け合うかが論点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8594" y="4133087"/>
            <a:ext cx="3594506" cy="12984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298594" y="4133087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298594" y="4133087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② 通信に耐える問題を選ぶ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8594" y="4517136"/>
            <a:ext cx="3594506" cy="91440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Red-Black SOR — ハロー交換は境界だけ
= 通信量が小さい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4268" y="4133087"/>
            <a:ext cx="3594506" cy="1298448"/>
          </a:xfrm>
          <a:prstGeom prst="rect">
            <a:avLst/>
          </a:prstGeom>
          <a:solidFill>
            <a:srgbClr val="F4F4F4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94268" y="4133087"/>
            <a:ext cx="3594506" cy="384048"/>
          </a:xfrm>
          <a:prstGeom prst="rect">
            <a:avLst/>
          </a:prstGeom>
          <a:solidFill>
            <a:srgbClr val="E8E8E8"/>
          </a:solidFill>
          <a:ln w="9525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94268" y="4133087"/>
            <a:ext cx="3594506" cy="384048"/>
          </a:xfrm>
          <a:prstGeom prst="rect">
            <a:avLst/>
          </a:prstGeom>
          <a:noFill/>
        </p:spPr>
        <p:txBody>
          <a:bodyPr wrap="square" lIns="109728" rIns="109728" tIns="65836" bIns="6583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11111"/>
                </a:solidFill>
                <a:latin typeface="Meiryo"/>
                <a:ea typeface="Meiryo"/>
                <a:cs typeface="Meiryo"/>
              </a:rPr>
              <a:t>③ 音楽再生との同時実行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4268" y="4517136"/>
            <a:ext cx="3594506" cy="914400"/>
          </a:xfrm>
          <a:prstGeom prst="rect">
            <a:avLst/>
          </a:prstGeom>
          <a:noFill/>
        </p:spPr>
        <p:txBody>
          <a:bodyPr wrap="square" lIns="109728" rIns="109728" tIns="65836" bIns="6583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本当に「イヤホンとして使いながら
裏で計算」させる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2920" y="5742432"/>
            <a:ext cx="11185855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5870448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11111"/>
                </a:solidFill>
                <a:latin typeface="Consolas"/>
                <a:ea typeface="Consolas"/>
                <a:cs typeface="Consolas"/>
              </a:rPr>
              <a:t>github.com/TamichiRyuto/pine-buds-cluster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5A5A5A"/>
                </a:solidFill>
                <a:latin typeface="Meiryo"/>
                <a:ea typeface="Meiryo"/>
                <a:cs typeface="Meiryo"/>
              </a:rPr>
              <a:t>設計・実機ログ・失敗の記録はすべて docs/design-ibrt-transport.md (2,601 行) にあります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91495" y="64373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8C8C8C"/>
                </a:solidFill>
                <a:latin typeface="Meiryo"/>
                <a:ea typeface="Meiryo"/>
                <a:cs typeface="Meiryo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